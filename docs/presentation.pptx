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3" r:id="rId4"/>
    <p:sldMasterId id="214748374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IBM Plex Sans"/>
      <p:regular r:id="rId22"/>
      <p:bold r:id="rId23"/>
      <p:italic r:id="rId24"/>
      <p:boldItalic r:id="rId25"/>
    </p:embeddedFont>
    <p:embeddedFont>
      <p:font typeface="IBM Plex Sans Light"/>
      <p:regular r:id="rId26"/>
      <p:bold r:id="rId27"/>
      <p:italic r:id="rId28"/>
      <p:boldItalic r:id="rId29"/>
    </p:embeddedFont>
    <p:embeddedFont>
      <p:font typeface="IBM Plex Sans Medium"/>
      <p:regular r:id="rId30"/>
      <p:bold r:id="rId31"/>
      <p:italic r:id="rId32"/>
      <p:boldItalic r:id="rId33"/>
    </p:embeddedFont>
    <p:embeddedFont>
      <p:font typeface="Helvetica Neue"/>
      <p:regular r:id="rId34"/>
      <p:bold r:id="rId35"/>
      <p:italic r:id="rId36"/>
      <p:boldItalic r:id="rId37"/>
    </p:embeddedFont>
    <p:embeddedFont>
      <p:font typeface="Helvetica Neue Light"/>
      <p:regular r:id="rId38"/>
      <p:bold r:id="rId39"/>
      <p:italic r:id="rId40"/>
      <p:boldItalic r:id="rId41"/>
    </p:embeddedFont>
    <p:embeddedFont>
      <p:font typeface="IBM Plex Sans SemiBold"/>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Light-italic.fntdata"/><Relationship Id="rId42" Type="http://schemas.openxmlformats.org/officeDocument/2006/relationships/font" Target="fonts/IBMPlexSansSemiBold-regular.fntdata"/><Relationship Id="rId41" Type="http://schemas.openxmlformats.org/officeDocument/2006/relationships/font" Target="fonts/HelveticaNeueLight-boldItalic.fntdata"/><Relationship Id="rId44" Type="http://schemas.openxmlformats.org/officeDocument/2006/relationships/font" Target="fonts/IBMPlexSansSemiBold-italic.fntdata"/><Relationship Id="rId43" Type="http://schemas.openxmlformats.org/officeDocument/2006/relationships/font" Target="fonts/IBMPlexSansSemiBold-bold.fntdata"/><Relationship Id="rId45" Type="http://schemas.openxmlformats.org/officeDocument/2006/relationships/font" Target="fonts/IBMPlex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Medium-bold.fntdata"/><Relationship Id="rId30" Type="http://schemas.openxmlformats.org/officeDocument/2006/relationships/font" Target="fonts/IBMPlexSansMedium-regular.fntdata"/><Relationship Id="rId33" Type="http://schemas.openxmlformats.org/officeDocument/2006/relationships/font" Target="fonts/IBMPlexSansMedium-boldItalic.fntdata"/><Relationship Id="rId32" Type="http://schemas.openxmlformats.org/officeDocument/2006/relationships/font" Target="fonts/IBMPlexSansMedium-italic.fntdata"/><Relationship Id="rId35" Type="http://schemas.openxmlformats.org/officeDocument/2006/relationships/font" Target="fonts/HelveticaNeue-bold.fntdata"/><Relationship Id="rId34" Type="http://schemas.openxmlformats.org/officeDocument/2006/relationships/font" Target="fonts/HelveticaNeue-regular.fntdata"/><Relationship Id="rId37" Type="http://schemas.openxmlformats.org/officeDocument/2006/relationships/font" Target="fonts/HelveticaNeue-boldItalic.fntdata"/><Relationship Id="rId36" Type="http://schemas.openxmlformats.org/officeDocument/2006/relationships/font" Target="fonts/HelveticaNeue-italic.fntdata"/><Relationship Id="rId39" Type="http://schemas.openxmlformats.org/officeDocument/2006/relationships/font" Target="fonts/HelveticaNeueLight-bold.fntdata"/><Relationship Id="rId38" Type="http://schemas.openxmlformats.org/officeDocument/2006/relationships/font" Target="fonts/HelveticaNeueLight-regular.fntdata"/><Relationship Id="rId20" Type="http://schemas.openxmlformats.org/officeDocument/2006/relationships/slide" Target="slides/slide14.xml"/><Relationship Id="rId22" Type="http://schemas.openxmlformats.org/officeDocument/2006/relationships/font" Target="fonts/IBMPlexSans-regular.fntdata"/><Relationship Id="rId21" Type="http://schemas.openxmlformats.org/officeDocument/2006/relationships/slide" Target="slides/slide15.xml"/><Relationship Id="rId24" Type="http://schemas.openxmlformats.org/officeDocument/2006/relationships/font" Target="fonts/IBMPlexSans-italic.fntdata"/><Relationship Id="rId23" Type="http://schemas.openxmlformats.org/officeDocument/2006/relationships/font" Target="fonts/IBMPlexSans-bold.fntdata"/><Relationship Id="rId26" Type="http://schemas.openxmlformats.org/officeDocument/2006/relationships/font" Target="fonts/IBMPlexSansLight-regular.fntdata"/><Relationship Id="rId25" Type="http://schemas.openxmlformats.org/officeDocument/2006/relationships/font" Target="fonts/IBMPlexSans-boldItalic.fntdata"/><Relationship Id="rId28" Type="http://schemas.openxmlformats.org/officeDocument/2006/relationships/font" Target="fonts/IBMPlexSansLight-italic.fntdata"/><Relationship Id="rId27" Type="http://schemas.openxmlformats.org/officeDocument/2006/relationships/font" Target="fonts/IBMPlexSansLight-bold.fntdata"/><Relationship Id="rId29" Type="http://schemas.openxmlformats.org/officeDocument/2006/relationships/font" Target="fonts/IBMPlexSansLigh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04e118ffcc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04e118ffcc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04e118ffcc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04e118ffcc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04e118ffcc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04e118ffcc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04e118ffcc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04e118ffcc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04e118ffcc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04e118ffcc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04e118ffcc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04e118ffcc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04e118ffcc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304e118ffcc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04e118ffcc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04e118ffcc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04e118ffcc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04e118ffcc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04e118ffcc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04e118ffcc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04e118ffcc_0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04e118ffcc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04e118ffcc_0_1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04e118ffcc_0_1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04e118ffcc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04e118ffcc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04e118ffcc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04e118ffcc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04e118ffcc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04e118ffcc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9" name="Shape 9"/>
        <p:cNvGrpSpPr/>
        <p:nvPr/>
      </p:nvGrpSpPr>
      <p:grpSpPr>
        <a:xfrm>
          <a:off x="0" y="0"/>
          <a:ext cx="0" cy="0"/>
          <a:chOff x="0" y="0"/>
          <a:chExt cx="0" cy="0"/>
        </a:xfrm>
      </p:grpSpPr>
      <p:cxnSp>
        <p:nvCxnSpPr>
          <p:cNvPr id="10" name="Google Shape;10;p2"/>
          <p:cNvCxnSpPr/>
          <p:nvPr/>
        </p:nvCxnSpPr>
        <p:spPr>
          <a:xfrm rot="10800000">
            <a:off x="4313279" y="66000"/>
            <a:ext cx="0" cy="5011500"/>
          </a:xfrm>
          <a:prstGeom prst="straightConnector1">
            <a:avLst/>
          </a:prstGeom>
          <a:noFill/>
          <a:ln cap="flat" cmpd="sng" w="19050">
            <a:solidFill>
              <a:schemeClr val="dk2"/>
            </a:solidFill>
            <a:prstDash val="solid"/>
            <a:round/>
            <a:headEnd len="med" w="med" type="none"/>
            <a:tailEnd len="med" w="med" type="none"/>
          </a:ln>
        </p:spPr>
      </p:cxnSp>
      <p:sp>
        <p:nvSpPr>
          <p:cNvPr id="11" name="Google Shape;11;p2"/>
          <p:cNvSpPr txBox="1"/>
          <p:nvPr>
            <p:ph type="title"/>
          </p:nvPr>
        </p:nvSpPr>
        <p:spPr>
          <a:xfrm>
            <a:off x="4430121" y="-16450"/>
            <a:ext cx="4630500" cy="264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
        <p:nvSpPr>
          <p:cNvPr id="12" name="Google Shape;12;p2"/>
          <p:cNvSpPr txBox="1"/>
          <p:nvPr>
            <p:ph idx="1" type="body"/>
          </p:nvPr>
        </p:nvSpPr>
        <p:spPr>
          <a:xfrm>
            <a:off x="4447610" y="4714950"/>
            <a:ext cx="1828500" cy="338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13" name="Google Shape;13;p2"/>
          <p:cNvSpPr txBox="1"/>
          <p:nvPr>
            <p:ph idx="2" type="body"/>
          </p:nvPr>
        </p:nvSpPr>
        <p:spPr>
          <a:xfrm>
            <a:off x="7208180" y="4714950"/>
            <a:ext cx="1828500" cy="338400"/>
          </a:xfrm>
          <a:prstGeom prst="rect">
            <a:avLst/>
          </a:prstGeom>
        </p:spPr>
        <p:txBody>
          <a:bodyPr anchorCtr="0" anchor="t" bIns="91425" lIns="91425" spcFirstLastPara="1" rIns="91425" wrap="square" tIns="91425">
            <a:noAutofit/>
          </a:bodyPr>
          <a:lstStyle>
            <a:lvl1pPr indent="-311150" lvl="0" marL="4572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14" name="Google Shape;14;p2"/>
          <p:cNvSpPr/>
          <p:nvPr>
            <p:ph idx="3" type="pic"/>
          </p:nvPr>
        </p:nvSpPr>
        <p:spPr>
          <a:xfrm>
            <a:off x="118850" y="109450"/>
            <a:ext cx="4058400" cy="49068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3">
    <p:spTree>
      <p:nvGrpSpPr>
        <p:cNvPr id="15" name="Shape 15"/>
        <p:cNvGrpSpPr/>
        <p:nvPr/>
      </p:nvGrpSpPr>
      <p:grpSpPr>
        <a:xfrm>
          <a:off x="0" y="0"/>
          <a:ext cx="0" cy="0"/>
          <a:chOff x="0" y="0"/>
          <a:chExt cx="0" cy="0"/>
        </a:xfrm>
      </p:grpSpPr>
      <p:sp>
        <p:nvSpPr>
          <p:cNvPr id="16" name="Google Shape;16;p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 name="Google Shape;17;p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 name="Google Shape;18;p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9" name="Shape 19"/>
        <p:cNvGrpSpPr/>
        <p:nvPr/>
      </p:nvGrpSpPr>
      <p:grpSpPr>
        <a:xfrm>
          <a:off x="0" y="0"/>
          <a:ext cx="0" cy="0"/>
          <a:chOff x="0" y="0"/>
          <a:chExt cx="0" cy="0"/>
        </a:xfrm>
      </p:grpSpPr>
      <p:sp>
        <p:nvSpPr>
          <p:cNvPr id="20" name="Google Shape;20;p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2" name="Google Shape;22;p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3" name="Google Shape;23;p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311150" lvl="1" marL="914400">
              <a:spcBef>
                <a:spcPts val="0"/>
              </a:spcBef>
              <a:spcAft>
                <a:spcPts val="0"/>
              </a:spcAft>
              <a:buClr>
                <a:schemeClr val="lt1"/>
              </a:buClr>
              <a:buSzPts val="13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11150" lvl="3" marL="1828800">
              <a:spcBef>
                <a:spcPts val="0"/>
              </a:spcBef>
              <a:spcAft>
                <a:spcPts val="0"/>
              </a:spcAft>
              <a:buClr>
                <a:schemeClr val="lt1"/>
              </a:buClr>
              <a:buSzPts val="1300"/>
              <a:buChar char="●"/>
              <a:defRPr>
                <a:solidFill>
                  <a:schemeClr val="lt1"/>
                </a:solidFill>
              </a:defRPr>
            </a:lvl4pPr>
            <a:lvl5pPr indent="-311150" lvl="4" marL="2286000">
              <a:spcBef>
                <a:spcPts val="0"/>
              </a:spcBef>
              <a:spcAft>
                <a:spcPts val="0"/>
              </a:spcAft>
              <a:buClr>
                <a:schemeClr val="lt1"/>
              </a:buClr>
              <a:buSzPts val="1300"/>
              <a:buChar char="○"/>
              <a:defRPr>
                <a:solidFill>
                  <a:schemeClr val="lt1"/>
                </a:solidFill>
              </a:defRPr>
            </a:lvl5pPr>
            <a:lvl6pPr indent="-311150" lvl="5" marL="2743200">
              <a:spcBef>
                <a:spcPts val="0"/>
              </a:spcBef>
              <a:spcAft>
                <a:spcPts val="0"/>
              </a:spcAft>
              <a:buClr>
                <a:schemeClr val="lt1"/>
              </a:buClr>
              <a:buSzPts val="1300"/>
              <a:buChar char="■"/>
              <a:defRPr>
                <a:solidFill>
                  <a:schemeClr val="lt1"/>
                </a:solidFill>
              </a:defRPr>
            </a:lvl6pPr>
            <a:lvl7pPr indent="-311150" lvl="6" marL="3200400">
              <a:spcBef>
                <a:spcPts val="0"/>
              </a:spcBef>
              <a:spcAft>
                <a:spcPts val="0"/>
              </a:spcAft>
              <a:buClr>
                <a:schemeClr val="lt1"/>
              </a:buClr>
              <a:buSzPts val="1300"/>
              <a:buChar char="●"/>
              <a:defRPr>
                <a:solidFill>
                  <a:schemeClr val="lt1"/>
                </a:solidFill>
              </a:defRPr>
            </a:lvl7pPr>
            <a:lvl8pPr indent="-311150" lvl="7" marL="3657600">
              <a:spcBef>
                <a:spcPts val="0"/>
              </a:spcBef>
              <a:spcAft>
                <a:spcPts val="0"/>
              </a:spcAft>
              <a:buClr>
                <a:schemeClr val="lt1"/>
              </a:buClr>
              <a:buSzPts val="1300"/>
              <a:buChar char="○"/>
              <a:defRPr>
                <a:solidFill>
                  <a:schemeClr val="lt1"/>
                </a:solidFill>
              </a:defRPr>
            </a:lvl8pPr>
            <a:lvl9pPr indent="-311150" lvl="8" marL="4114800">
              <a:spcBef>
                <a:spcPts val="0"/>
              </a:spcBef>
              <a:spcAft>
                <a:spcPts val="0"/>
              </a:spcAft>
              <a:buClr>
                <a:schemeClr val="lt1"/>
              </a:buClr>
              <a:buSzPts val="1300"/>
              <a:buChar char="■"/>
              <a:defRPr>
                <a:solidFill>
                  <a:schemeClr val="lt1"/>
                </a:solidFill>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secHead">
  <p:cSld name="SECTION_HEADER">
    <p:spTree>
      <p:nvGrpSpPr>
        <p:cNvPr id="25" name="Shape 25"/>
        <p:cNvGrpSpPr/>
        <p:nvPr/>
      </p:nvGrpSpPr>
      <p:grpSpPr>
        <a:xfrm>
          <a:off x="0" y="0"/>
          <a:ext cx="0" cy="0"/>
          <a:chOff x="0" y="0"/>
          <a:chExt cx="0" cy="0"/>
        </a:xfrm>
      </p:grpSpPr>
      <p:cxnSp>
        <p:nvCxnSpPr>
          <p:cNvPr id="26" name="Google Shape;26;p5"/>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7" name="Google Shape;27;p5"/>
          <p:cNvSpPr txBox="1"/>
          <p:nvPr>
            <p:ph idx="1"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28" name="Google Shape;28;p5"/>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5"/>
          <p:cNvSpPr txBox="1"/>
          <p:nvPr>
            <p:ph idx="2" type="subTitle"/>
          </p:nvPr>
        </p:nvSpPr>
        <p:spPr>
          <a:xfrm>
            <a:off x="1900025" y="1482425"/>
            <a:ext cx="7125000" cy="3595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p:txBody>
      </p:sp>
      <p:sp>
        <p:nvSpPr>
          <p:cNvPr id="30" name="Google Shape;30;p5"/>
          <p:cNvSpPr txBox="1"/>
          <p:nvPr>
            <p:ph idx="3"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Vision" type="tx">
  <p:cSld name="TITLE_AND_BODY">
    <p:spTree>
      <p:nvGrpSpPr>
        <p:cNvPr id="31" name="Shape 31"/>
        <p:cNvGrpSpPr/>
        <p:nvPr/>
      </p:nvGrpSpPr>
      <p:grpSpPr>
        <a:xfrm>
          <a:off x="0" y="0"/>
          <a:ext cx="0" cy="0"/>
          <a:chOff x="0" y="0"/>
          <a:chExt cx="0" cy="0"/>
        </a:xfrm>
      </p:grpSpPr>
      <p:cxnSp>
        <p:nvCxnSpPr>
          <p:cNvPr id="32" name="Google Shape;32;p6"/>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33" name="Google Shape;33;p6"/>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34" name="Google Shape;34;p6"/>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ph idx="1"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36" name="Google Shape;36;p6"/>
          <p:cNvSpPr txBox="1"/>
          <p:nvPr>
            <p:ph idx="2" type="body"/>
          </p:nvPr>
        </p:nvSpPr>
        <p:spPr>
          <a:xfrm>
            <a:off x="4453425" y="56250"/>
            <a:ext cx="4348800" cy="16311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37" name="Google Shape;37;p6"/>
          <p:cNvSpPr txBox="1"/>
          <p:nvPr>
            <p:ph idx="3" type="body"/>
          </p:nvPr>
        </p:nvSpPr>
        <p:spPr>
          <a:xfrm>
            <a:off x="4453425" y="1944428"/>
            <a:ext cx="4348800" cy="16311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38" name="Google Shape;38;p6"/>
          <p:cNvSpPr txBox="1"/>
          <p:nvPr>
            <p:ph idx="4" type="body"/>
          </p:nvPr>
        </p:nvSpPr>
        <p:spPr>
          <a:xfrm>
            <a:off x="4453425" y="3704973"/>
            <a:ext cx="4348800" cy="1372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39" name="Google Shape;39;p6"/>
          <p:cNvSpPr txBox="1"/>
          <p:nvPr>
            <p:ph idx="5" type="subTitle"/>
          </p:nvPr>
        </p:nvSpPr>
        <p:spPr>
          <a:xfrm>
            <a:off x="1900025" y="49375"/>
            <a:ext cx="2273100" cy="1769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40" name="Google Shape;40;p6"/>
          <p:cNvSpPr txBox="1"/>
          <p:nvPr>
            <p:ph idx="6" type="subTitle"/>
          </p:nvPr>
        </p:nvSpPr>
        <p:spPr>
          <a:xfrm>
            <a:off x="1900025" y="1902800"/>
            <a:ext cx="2273100" cy="1769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41" name="Google Shape;41;p6"/>
          <p:cNvSpPr txBox="1"/>
          <p:nvPr>
            <p:ph idx="7" type="subTitle"/>
          </p:nvPr>
        </p:nvSpPr>
        <p:spPr>
          <a:xfrm>
            <a:off x="1900025" y="3680025"/>
            <a:ext cx="2273100" cy="1397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42" name="Google Shape;42;p6"/>
          <p:cNvSpPr txBox="1"/>
          <p:nvPr>
            <p:ph idx="8"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type="twoColTx">
  <p:cSld name="TITLE_AND_TWO_COLUMNS">
    <p:bg>
      <p:bgPr>
        <a:solidFill>
          <a:schemeClr val="dk2"/>
        </a:solidFill>
      </p:bgPr>
    </p:bg>
    <p:spTree>
      <p:nvGrpSpPr>
        <p:cNvPr id="43" name="Shape 43"/>
        <p:cNvGrpSpPr/>
        <p:nvPr/>
      </p:nvGrpSpPr>
      <p:grpSpPr>
        <a:xfrm>
          <a:off x="0" y="0"/>
          <a:ext cx="0" cy="0"/>
          <a:chOff x="0" y="0"/>
          <a:chExt cx="0" cy="0"/>
        </a:xfrm>
      </p:grpSpPr>
      <p:sp>
        <p:nvSpPr>
          <p:cNvPr id="44" name="Google Shape;44;p7"/>
          <p:cNvSpPr txBox="1"/>
          <p:nvPr>
            <p:ph idx="1"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cxnSp>
        <p:nvCxnSpPr>
          <p:cNvPr id="45" name="Google Shape;45;p7"/>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46" name="Google Shape;46;p7"/>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7"/>
          <p:cNvSpPr txBox="1"/>
          <p:nvPr>
            <p:ph idx="2" type="subTitle"/>
          </p:nvPr>
        </p:nvSpPr>
        <p:spPr>
          <a:xfrm>
            <a:off x="1855300" y="-16450"/>
            <a:ext cx="3812700" cy="915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500"/>
              <a:buNone/>
              <a:defRPr sz="6500"/>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p:txBody>
      </p:sp>
      <p:sp>
        <p:nvSpPr>
          <p:cNvPr id="48" name="Google Shape;48;p7"/>
          <p:cNvSpPr txBox="1"/>
          <p:nvPr>
            <p:ph idx="3"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449">
          <p15:clr>
            <a:srgbClr val="E46962"/>
          </p15:clr>
        </p15:guide>
        <p15:guide id="2" pos="116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Description" type="titleOnly">
  <p:cSld name="TITLE_ONLY">
    <p:spTree>
      <p:nvGrpSpPr>
        <p:cNvPr id="49" name="Shape 49"/>
        <p:cNvGrpSpPr/>
        <p:nvPr/>
      </p:nvGrpSpPr>
      <p:grpSpPr>
        <a:xfrm>
          <a:off x="0" y="0"/>
          <a:ext cx="0" cy="0"/>
          <a:chOff x="0" y="0"/>
          <a:chExt cx="0" cy="0"/>
        </a:xfrm>
      </p:grpSpPr>
      <p:sp>
        <p:nvSpPr>
          <p:cNvPr id="50" name="Google Shape;50;p8"/>
          <p:cNvSpPr txBox="1"/>
          <p:nvPr>
            <p:ph idx="1"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51" name="Google Shape;51;p8"/>
          <p:cNvSpPr/>
          <p:nvPr>
            <p:ph idx="2" type="pic"/>
          </p:nvPr>
        </p:nvSpPr>
        <p:spPr>
          <a:xfrm>
            <a:off x="1904971" y="2650825"/>
            <a:ext cx="2233500" cy="2325000"/>
          </a:xfrm>
          <a:prstGeom prst="rect">
            <a:avLst/>
          </a:prstGeom>
          <a:noFill/>
          <a:ln>
            <a:noFill/>
          </a:ln>
        </p:spPr>
      </p:sp>
      <p:sp>
        <p:nvSpPr>
          <p:cNvPr id="52" name="Google Shape;52;p8"/>
          <p:cNvSpPr txBox="1"/>
          <p:nvPr>
            <p:ph idx="3" type="body"/>
          </p:nvPr>
        </p:nvSpPr>
        <p:spPr>
          <a:xfrm>
            <a:off x="4464475" y="77250"/>
            <a:ext cx="4327200" cy="4954200"/>
          </a:xfrm>
          <a:prstGeom prst="rect">
            <a:avLst/>
          </a:prstGeom>
        </p:spPr>
        <p:txBody>
          <a:bodyPr anchorCtr="0" anchor="t" bIns="91425" lIns="91425" spcFirstLastPara="1" rIns="91425" wrap="square" tIns="91425">
            <a:noAutofit/>
          </a:bodyPr>
          <a:lstStyle>
            <a:lvl1pPr indent="-342900" lvl="0" marL="457200">
              <a:lnSpc>
                <a:spcPct val="90000"/>
              </a:lnSpc>
              <a:spcBef>
                <a:spcPts val="0"/>
              </a:spcBef>
              <a:spcAft>
                <a:spcPts val="0"/>
              </a:spcAft>
              <a:buClr>
                <a:schemeClr val="dk1"/>
              </a:buClr>
              <a:buSzPts val="1800"/>
              <a:buChar char="●"/>
              <a:defRPr sz="1800"/>
            </a:lvl1pPr>
            <a:lvl2pPr indent="-342900" lvl="1" marL="914400">
              <a:lnSpc>
                <a:spcPct val="90000"/>
              </a:lnSpc>
              <a:spcBef>
                <a:spcPts val="0"/>
              </a:spcBef>
              <a:spcAft>
                <a:spcPts val="0"/>
              </a:spcAft>
              <a:buClr>
                <a:schemeClr val="dk1"/>
              </a:buClr>
              <a:buSzPts val="1800"/>
              <a:buChar char="○"/>
              <a:defRPr sz="1800"/>
            </a:lvl2pPr>
            <a:lvl3pPr indent="-342900" lvl="2" marL="1371600">
              <a:lnSpc>
                <a:spcPct val="90000"/>
              </a:lnSpc>
              <a:spcBef>
                <a:spcPts val="0"/>
              </a:spcBef>
              <a:spcAft>
                <a:spcPts val="0"/>
              </a:spcAft>
              <a:buClr>
                <a:schemeClr val="dk1"/>
              </a:buClr>
              <a:buSzPts val="1800"/>
              <a:buChar char="■"/>
              <a:defRPr sz="1800"/>
            </a:lvl3pPr>
            <a:lvl4pPr indent="-342900" lvl="3" marL="1828800">
              <a:lnSpc>
                <a:spcPct val="90000"/>
              </a:lnSpc>
              <a:spcBef>
                <a:spcPts val="0"/>
              </a:spcBef>
              <a:spcAft>
                <a:spcPts val="0"/>
              </a:spcAft>
              <a:buClr>
                <a:schemeClr val="dk1"/>
              </a:buClr>
              <a:buSzPts val="1800"/>
              <a:buChar char="●"/>
              <a:defRPr sz="1800"/>
            </a:lvl4pPr>
            <a:lvl5pPr indent="-342900" lvl="4" marL="2286000">
              <a:lnSpc>
                <a:spcPct val="90000"/>
              </a:lnSpc>
              <a:spcBef>
                <a:spcPts val="0"/>
              </a:spcBef>
              <a:spcAft>
                <a:spcPts val="0"/>
              </a:spcAft>
              <a:buClr>
                <a:schemeClr val="dk1"/>
              </a:buClr>
              <a:buSzPts val="1800"/>
              <a:buChar char="○"/>
              <a:defRPr sz="1800"/>
            </a:lvl5pPr>
            <a:lvl6pPr indent="-342900" lvl="5" marL="2743200">
              <a:lnSpc>
                <a:spcPct val="90000"/>
              </a:lnSpc>
              <a:spcBef>
                <a:spcPts val="0"/>
              </a:spcBef>
              <a:spcAft>
                <a:spcPts val="0"/>
              </a:spcAft>
              <a:buClr>
                <a:schemeClr val="dk1"/>
              </a:buClr>
              <a:buSzPts val="1800"/>
              <a:buChar char="■"/>
              <a:defRPr sz="1800"/>
            </a:lvl6pPr>
            <a:lvl7pPr indent="-342900" lvl="6" marL="3200400">
              <a:lnSpc>
                <a:spcPct val="90000"/>
              </a:lnSpc>
              <a:spcBef>
                <a:spcPts val="0"/>
              </a:spcBef>
              <a:spcAft>
                <a:spcPts val="0"/>
              </a:spcAft>
              <a:buClr>
                <a:schemeClr val="dk1"/>
              </a:buClr>
              <a:buSzPts val="1800"/>
              <a:buChar char="●"/>
              <a:defRPr sz="1800"/>
            </a:lvl7pPr>
            <a:lvl8pPr indent="-342900" lvl="7" marL="3657600">
              <a:lnSpc>
                <a:spcPct val="90000"/>
              </a:lnSpc>
              <a:spcBef>
                <a:spcPts val="0"/>
              </a:spcBef>
              <a:spcAft>
                <a:spcPts val="0"/>
              </a:spcAft>
              <a:buClr>
                <a:schemeClr val="dk1"/>
              </a:buClr>
              <a:buSzPts val="1800"/>
              <a:buChar char="○"/>
              <a:defRPr sz="1800"/>
            </a:lvl8pPr>
            <a:lvl9pPr indent="-342900" lvl="8" marL="4114800">
              <a:lnSpc>
                <a:spcPct val="90000"/>
              </a:lnSpc>
              <a:spcBef>
                <a:spcPts val="0"/>
              </a:spcBef>
              <a:spcAft>
                <a:spcPts val="0"/>
              </a:spcAft>
              <a:buClr>
                <a:schemeClr val="dk1"/>
              </a:buClr>
              <a:buSzPts val="1800"/>
              <a:buChar char="■"/>
              <a:defRPr sz="1800"/>
            </a:lvl9pPr>
          </a:lstStyle>
          <a:p/>
        </p:txBody>
      </p:sp>
      <p:cxnSp>
        <p:nvCxnSpPr>
          <p:cNvPr id="53" name="Google Shape;53;p8"/>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54" name="Google Shape;54;p8"/>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55" name="Google Shape;55;p8"/>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ph idx="4"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p:cSld name="ONE_COLUMN_TEXT">
    <p:spTree>
      <p:nvGrpSpPr>
        <p:cNvPr id="57" name="Shape 57"/>
        <p:cNvGrpSpPr/>
        <p:nvPr/>
      </p:nvGrpSpPr>
      <p:grpSpPr>
        <a:xfrm>
          <a:off x="0" y="0"/>
          <a:ext cx="0" cy="0"/>
          <a:chOff x="0" y="0"/>
          <a:chExt cx="0" cy="0"/>
        </a:xfrm>
      </p:grpSpPr>
      <p:sp>
        <p:nvSpPr>
          <p:cNvPr id="58" name="Google Shape;58;p9"/>
          <p:cNvSpPr/>
          <p:nvPr>
            <p:ph idx="2" type="pic"/>
          </p:nvPr>
        </p:nvSpPr>
        <p:spPr>
          <a:xfrm>
            <a:off x="4453150" y="136550"/>
            <a:ext cx="2229900" cy="2377500"/>
          </a:xfrm>
          <a:prstGeom prst="rect">
            <a:avLst/>
          </a:prstGeom>
          <a:noFill/>
          <a:ln>
            <a:noFill/>
          </a:ln>
        </p:spPr>
      </p:sp>
      <p:sp>
        <p:nvSpPr>
          <p:cNvPr id="59" name="Google Shape;59;p9"/>
          <p:cNvSpPr/>
          <p:nvPr>
            <p:ph idx="3" type="pic"/>
          </p:nvPr>
        </p:nvSpPr>
        <p:spPr>
          <a:xfrm>
            <a:off x="6806775" y="136550"/>
            <a:ext cx="2229900" cy="2377500"/>
          </a:xfrm>
          <a:prstGeom prst="rect">
            <a:avLst/>
          </a:prstGeom>
          <a:noFill/>
          <a:ln>
            <a:noFill/>
          </a:ln>
        </p:spPr>
      </p:sp>
      <p:sp>
        <p:nvSpPr>
          <p:cNvPr id="60" name="Google Shape;60;p9"/>
          <p:cNvSpPr/>
          <p:nvPr>
            <p:ph idx="4" type="pic"/>
          </p:nvPr>
        </p:nvSpPr>
        <p:spPr>
          <a:xfrm>
            <a:off x="4453150" y="2643275"/>
            <a:ext cx="2229900" cy="2377500"/>
          </a:xfrm>
          <a:prstGeom prst="rect">
            <a:avLst/>
          </a:prstGeom>
          <a:noFill/>
          <a:ln>
            <a:noFill/>
          </a:ln>
        </p:spPr>
      </p:sp>
      <p:sp>
        <p:nvSpPr>
          <p:cNvPr id="61" name="Google Shape;61;p9"/>
          <p:cNvSpPr/>
          <p:nvPr>
            <p:ph idx="5" type="pic"/>
          </p:nvPr>
        </p:nvSpPr>
        <p:spPr>
          <a:xfrm>
            <a:off x="6806775" y="2643275"/>
            <a:ext cx="2229900" cy="2377500"/>
          </a:xfrm>
          <a:prstGeom prst="rect">
            <a:avLst/>
          </a:prstGeom>
          <a:noFill/>
          <a:ln>
            <a:noFill/>
          </a:ln>
        </p:spPr>
      </p:sp>
      <p:sp>
        <p:nvSpPr>
          <p:cNvPr id="62" name="Google Shape;62;p9"/>
          <p:cNvSpPr txBox="1"/>
          <p:nvPr>
            <p:ph idx="1" type="body"/>
          </p:nvPr>
        </p:nvSpPr>
        <p:spPr>
          <a:xfrm>
            <a:off x="4401474" y="7367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63" name="Google Shape;63;p9"/>
          <p:cNvSpPr txBox="1"/>
          <p:nvPr>
            <p:ph idx="6" type="body"/>
          </p:nvPr>
        </p:nvSpPr>
        <p:spPr>
          <a:xfrm>
            <a:off x="1758450" y="4400150"/>
            <a:ext cx="2482800" cy="645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Char char="●"/>
              <a:defRPr sz="900"/>
            </a:lvl1pPr>
            <a:lvl2pPr indent="-285750" lvl="1" marL="914400">
              <a:spcBef>
                <a:spcPts val="0"/>
              </a:spcBef>
              <a:spcAft>
                <a:spcPts val="0"/>
              </a:spcAft>
              <a:buClr>
                <a:schemeClr val="dk1"/>
              </a:buClr>
              <a:buSzPts val="900"/>
              <a:buChar char="○"/>
              <a:defRPr sz="900"/>
            </a:lvl2pPr>
            <a:lvl3pPr indent="-285750" lvl="2" marL="1371600">
              <a:spcBef>
                <a:spcPts val="0"/>
              </a:spcBef>
              <a:spcAft>
                <a:spcPts val="0"/>
              </a:spcAft>
              <a:buClr>
                <a:schemeClr val="dk1"/>
              </a:buClr>
              <a:buSzPts val="900"/>
              <a:buChar char="■"/>
              <a:defRPr sz="900"/>
            </a:lvl3pPr>
            <a:lvl4pPr indent="-285750" lvl="3" marL="1828800">
              <a:spcBef>
                <a:spcPts val="0"/>
              </a:spcBef>
              <a:spcAft>
                <a:spcPts val="0"/>
              </a:spcAft>
              <a:buClr>
                <a:schemeClr val="dk1"/>
              </a:buClr>
              <a:buSzPts val="900"/>
              <a:buChar char="●"/>
              <a:defRPr sz="900"/>
            </a:lvl4pPr>
            <a:lvl5pPr indent="-285750" lvl="4" marL="2286000">
              <a:spcBef>
                <a:spcPts val="0"/>
              </a:spcBef>
              <a:spcAft>
                <a:spcPts val="0"/>
              </a:spcAft>
              <a:buClr>
                <a:schemeClr val="dk1"/>
              </a:buClr>
              <a:buSzPts val="900"/>
              <a:buChar char="○"/>
              <a:defRPr sz="900"/>
            </a:lvl5pPr>
            <a:lvl6pPr indent="-285750" lvl="5" marL="2743200">
              <a:spcBef>
                <a:spcPts val="0"/>
              </a:spcBef>
              <a:spcAft>
                <a:spcPts val="0"/>
              </a:spcAft>
              <a:buClr>
                <a:schemeClr val="dk1"/>
              </a:buClr>
              <a:buSzPts val="900"/>
              <a:buChar char="■"/>
              <a:defRPr sz="900"/>
            </a:lvl6pPr>
            <a:lvl7pPr indent="-285750" lvl="6" marL="3200400">
              <a:spcBef>
                <a:spcPts val="0"/>
              </a:spcBef>
              <a:spcAft>
                <a:spcPts val="0"/>
              </a:spcAft>
              <a:buClr>
                <a:schemeClr val="dk1"/>
              </a:buClr>
              <a:buSzPts val="900"/>
              <a:buChar char="●"/>
              <a:defRPr sz="900"/>
            </a:lvl7pPr>
            <a:lvl8pPr indent="-285750" lvl="7" marL="3657600">
              <a:spcBef>
                <a:spcPts val="0"/>
              </a:spcBef>
              <a:spcAft>
                <a:spcPts val="0"/>
              </a:spcAft>
              <a:buClr>
                <a:schemeClr val="dk1"/>
              </a:buClr>
              <a:buSzPts val="900"/>
              <a:buChar char="○"/>
              <a:defRPr sz="900"/>
            </a:lvl8pPr>
            <a:lvl9pPr indent="-285750" lvl="8" marL="4114800">
              <a:spcBef>
                <a:spcPts val="0"/>
              </a:spcBef>
              <a:spcAft>
                <a:spcPts val="0"/>
              </a:spcAft>
              <a:buClr>
                <a:schemeClr val="dk1"/>
              </a:buClr>
              <a:buSzPts val="900"/>
              <a:buChar char="■"/>
              <a:defRPr sz="900"/>
            </a:lvl9pPr>
          </a:lstStyle>
          <a:p/>
        </p:txBody>
      </p:sp>
      <p:sp>
        <p:nvSpPr>
          <p:cNvPr id="64" name="Google Shape;64;p9"/>
          <p:cNvSpPr txBox="1"/>
          <p:nvPr>
            <p:ph idx="7" type="body"/>
          </p:nvPr>
        </p:nvSpPr>
        <p:spPr>
          <a:xfrm>
            <a:off x="1812875" y="63925"/>
            <a:ext cx="2428500" cy="3004200"/>
          </a:xfrm>
          <a:prstGeom prst="rect">
            <a:avLst/>
          </a:prstGeom>
        </p:spPr>
        <p:txBody>
          <a:bodyPr anchorCtr="0" anchor="t" bIns="91425" lIns="91425" spcFirstLastPara="1" rIns="91425" wrap="square" tIns="91425">
            <a:noAutofit/>
          </a:bodyPr>
          <a:lstStyle>
            <a:lvl1pPr indent="-342900" lvl="0" marL="457200">
              <a:lnSpc>
                <a:spcPct val="80000"/>
              </a:lnSpc>
              <a:spcBef>
                <a:spcPts val="0"/>
              </a:spcBef>
              <a:spcAft>
                <a:spcPts val="0"/>
              </a:spcAft>
              <a:buClr>
                <a:schemeClr val="dk1"/>
              </a:buClr>
              <a:buSzPts val="1800"/>
              <a:buChar char="●"/>
              <a:defRPr sz="1800"/>
            </a:lvl1pPr>
            <a:lvl2pPr indent="-342900" lvl="1" marL="914400">
              <a:lnSpc>
                <a:spcPct val="80000"/>
              </a:lnSpc>
              <a:spcBef>
                <a:spcPts val="0"/>
              </a:spcBef>
              <a:spcAft>
                <a:spcPts val="0"/>
              </a:spcAft>
              <a:buClr>
                <a:schemeClr val="dk1"/>
              </a:buClr>
              <a:buSzPts val="1800"/>
              <a:buChar char="○"/>
              <a:defRPr sz="1800"/>
            </a:lvl2pPr>
            <a:lvl3pPr indent="-342900" lvl="2" marL="1371600">
              <a:lnSpc>
                <a:spcPct val="80000"/>
              </a:lnSpc>
              <a:spcBef>
                <a:spcPts val="0"/>
              </a:spcBef>
              <a:spcAft>
                <a:spcPts val="0"/>
              </a:spcAft>
              <a:buClr>
                <a:schemeClr val="dk1"/>
              </a:buClr>
              <a:buSzPts val="1800"/>
              <a:buChar char="■"/>
              <a:defRPr sz="1800"/>
            </a:lvl3pPr>
            <a:lvl4pPr indent="-342900" lvl="3" marL="1828800">
              <a:lnSpc>
                <a:spcPct val="80000"/>
              </a:lnSpc>
              <a:spcBef>
                <a:spcPts val="0"/>
              </a:spcBef>
              <a:spcAft>
                <a:spcPts val="0"/>
              </a:spcAft>
              <a:buClr>
                <a:schemeClr val="dk1"/>
              </a:buClr>
              <a:buSzPts val="1800"/>
              <a:buChar char="●"/>
              <a:defRPr sz="1800"/>
            </a:lvl4pPr>
            <a:lvl5pPr indent="-342900" lvl="4" marL="2286000">
              <a:lnSpc>
                <a:spcPct val="80000"/>
              </a:lnSpc>
              <a:spcBef>
                <a:spcPts val="0"/>
              </a:spcBef>
              <a:spcAft>
                <a:spcPts val="0"/>
              </a:spcAft>
              <a:buClr>
                <a:schemeClr val="dk1"/>
              </a:buClr>
              <a:buSzPts val="1800"/>
              <a:buChar char="○"/>
              <a:defRPr sz="1800"/>
            </a:lvl5pPr>
            <a:lvl6pPr indent="-342900" lvl="5" marL="2743200">
              <a:lnSpc>
                <a:spcPct val="80000"/>
              </a:lnSpc>
              <a:spcBef>
                <a:spcPts val="0"/>
              </a:spcBef>
              <a:spcAft>
                <a:spcPts val="0"/>
              </a:spcAft>
              <a:buClr>
                <a:schemeClr val="dk1"/>
              </a:buClr>
              <a:buSzPts val="1800"/>
              <a:buChar char="■"/>
              <a:defRPr sz="1800"/>
            </a:lvl6pPr>
            <a:lvl7pPr indent="-342900" lvl="6" marL="3200400">
              <a:lnSpc>
                <a:spcPct val="80000"/>
              </a:lnSpc>
              <a:spcBef>
                <a:spcPts val="0"/>
              </a:spcBef>
              <a:spcAft>
                <a:spcPts val="0"/>
              </a:spcAft>
              <a:buClr>
                <a:schemeClr val="dk1"/>
              </a:buClr>
              <a:buSzPts val="1800"/>
              <a:buChar char="●"/>
              <a:defRPr sz="1800"/>
            </a:lvl7pPr>
            <a:lvl8pPr indent="-342900" lvl="7" marL="3657600">
              <a:lnSpc>
                <a:spcPct val="80000"/>
              </a:lnSpc>
              <a:spcBef>
                <a:spcPts val="0"/>
              </a:spcBef>
              <a:spcAft>
                <a:spcPts val="0"/>
              </a:spcAft>
              <a:buClr>
                <a:schemeClr val="dk1"/>
              </a:buClr>
              <a:buSzPts val="1800"/>
              <a:buChar char="○"/>
              <a:defRPr sz="1800"/>
            </a:lvl8pPr>
            <a:lvl9pPr indent="-342900" lvl="8" marL="4114800">
              <a:lnSpc>
                <a:spcPct val="80000"/>
              </a:lnSpc>
              <a:spcBef>
                <a:spcPts val="0"/>
              </a:spcBef>
              <a:spcAft>
                <a:spcPts val="0"/>
              </a:spcAft>
              <a:buClr>
                <a:schemeClr val="dk1"/>
              </a:buClr>
              <a:buSzPts val="1800"/>
              <a:buChar char="■"/>
              <a:defRPr sz="1800"/>
            </a:lvl9pPr>
          </a:lstStyle>
          <a:p/>
        </p:txBody>
      </p:sp>
      <p:sp>
        <p:nvSpPr>
          <p:cNvPr id="65" name="Google Shape;65;p9"/>
          <p:cNvSpPr txBox="1"/>
          <p:nvPr>
            <p:ph idx="8" type="body"/>
          </p:nvPr>
        </p:nvSpPr>
        <p:spPr>
          <a:xfrm>
            <a:off x="6767994" y="7367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66" name="Google Shape;66;p9"/>
          <p:cNvSpPr txBox="1"/>
          <p:nvPr>
            <p:ph idx="9" type="body"/>
          </p:nvPr>
        </p:nvSpPr>
        <p:spPr>
          <a:xfrm>
            <a:off x="4401474" y="259729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67" name="Google Shape;67;p9"/>
          <p:cNvSpPr txBox="1"/>
          <p:nvPr>
            <p:ph idx="13" type="body"/>
          </p:nvPr>
        </p:nvSpPr>
        <p:spPr>
          <a:xfrm>
            <a:off x="6767994" y="259729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68" name="Google Shape;68;p9"/>
          <p:cNvSpPr txBox="1"/>
          <p:nvPr>
            <p:ph idx="14"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cxnSp>
        <p:nvCxnSpPr>
          <p:cNvPr id="69" name="Google Shape;69;p9"/>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70" name="Google Shape;70;p9"/>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71" name="Google Shape;71;p9"/>
          <p:cNvSpPr txBox="1"/>
          <p:nvPr>
            <p:ph idx="15"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detail 1">
  <p:cSld name="MAIN_POINT">
    <p:bg>
      <p:bgPr>
        <a:solidFill>
          <a:schemeClr val="lt2"/>
        </a:solidFill>
      </p:bgPr>
    </p:bg>
    <p:spTree>
      <p:nvGrpSpPr>
        <p:cNvPr id="72" name="Shape 72"/>
        <p:cNvGrpSpPr/>
        <p:nvPr/>
      </p:nvGrpSpPr>
      <p:grpSpPr>
        <a:xfrm>
          <a:off x="0" y="0"/>
          <a:ext cx="0" cy="0"/>
          <a:chOff x="0" y="0"/>
          <a:chExt cx="0" cy="0"/>
        </a:xfrm>
      </p:grpSpPr>
      <p:sp>
        <p:nvSpPr>
          <p:cNvPr id="73" name="Google Shape;73;p10"/>
          <p:cNvSpPr txBox="1"/>
          <p:nvPr>
            <p:ph idx="12" type="sldNum"/>
          </p:nvPr>
        </p:nvSpPr>
        <p:spPr>
          <a:xfrm>
            <a:off x="8745000" y="0"/>
            <a:ext cx="3276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74" name="Google Shape;74;p10"/>
          <p:cNvCxnSpPr/>
          <p:nvPr/>
        </p:nvCxnSpPr>
        <p:spPr>
          <a:xfrm rot="10800000">
            <a:off x="1746313" y="66000"/>
            <a:ext cx="0" cy="5011500"/>
          </a:xfrm>
          <a:prstGeom prst="straightConnector1">
            <a:avLst/>
          </a:prstGeom>
          <a:noFill/>
          <a:ln cap="flat" cmpd="sng" w="19050">
            <a:solidFill>
              <a:schemeClr val="dk2"/>
            </a:solidFill>
            <a:prstDash val="solid"/>
            <a:round/>
            <a:headEnd len="med" w="med" type="none"/>
            <a:tailEnd len="med" w="med" type="none"/>
          </a:ln>
        </p:spPr>
      </p:cxnSp>
      <p:cxnSp>
        <p:nvCxnSpPr>
          <p:cNvPr id="75" name="Google Shape;75;p10"/>
          <p:cNvCxnSpPr/>
          <p:nvPr/>
        </p:nvCxnSpPr>
        <p:spPr>
          <a:xfrm rot="10800000">
            <a:off x="4313279" y="66000"/>
            <a:ext cx="0" cy="5011500"/>
          </a:xfrm>
          <a:prstGeom prst="straightConnector1">
            <a:avLst/>
          </a:prstGeom>
          <a:noFill/>
          <a:ln cap="flat" cmpd="sng" w="19050">
            <a:solidFill>
              <a:schemeClr val="dk2"/>
            </a:solidFill>
            <a:prstDash val="solid"/>
            <a:round/>
            <a:headEnd len="med" w="med" type="none"/>
            <a:tailEnd len="med" w="med" type="none"/>
          </a:ln>
        </p:spPr>
      </p:cxnSp>
      <p:sp>
        <p:nvSpPr>
          <p:cNvPr id="76" name="Google Shape;76;p10"/>
          <p:cNvSpPr txBox="1"/>
          <p:nvPr>
            <p:ph idx="1"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77" name="Google Shape;77;p10"/>
          <p:cNvSpPr txBox="1"/>
          <p:nvPr>
            <p:ph idx="2" type="body"/>
          </p:nvPr>
        </p:nvSpPr>
        <p:spPr>
          <a:xfrm>
            <a:off x="1812875" y="63925"/>
            <a:ext cx="2428500" cy="5011500"/>
          </a:xfrm>
          <a:prstGeom prst="rect">
            <a:avLst/>
          </a:prstGeom>
        </p:spPr>
        <p:txBody>
          <a:bodyPr anchorCtr="0" anchor="t" bIns="91425" lIns="91425" spcFirstLastPara="1" rIns="91425" wrap="square" tIns="91425">
            <a:noAutofit/>
          </a:bodyPr>
          <a:lstStyle>
            <a:lvl1pPr indent="-342900" lvl="0" marL="457200">
              <a:lnSpc>
                <a:spcPct val="80000"/>
              </a:lnSpc>
              <a:spcBef>
                <a:spcPts val="0"/>
              </a:spcBef>
              <a:spcAft>
                <a:spcPts val="0"/>
              </a:spcAft>
              <a:buClr>
                <a:schemeClr val="dk2"/>
              </a:buClr>
              <a:buSzPts val="1800"/>
              <a:buChar char="●"/>
              <a:defRPr sz="1800">
                <a:solidFill>
                  <a:schemeClr val="dk2"/>
                </a:solidFill>
              </a:defRPr>
            </a:lvl1pPr>
            <a:lvl2pPr indent="-342900" lvl="1" marL="914400">
              <a:lnSpc>
                <a:spcPct val="80000"/>
              </a:lnSpc>
              <a:spcBef>
                <a:spcPts val="0"/>
              </a:spcBef>
              <a:spcAft>
                <a:spcPts val="0"/>
              </a:spcAft>
              <a:buClr>
                <a:schemeClr val="dk2"/>
              </a:buClr>
              <a:buSzPts val="1800"/>
              <a:buChar char="○"/>
              <a:defRPr sz="1800">
                <a:solidFill>
                  <a:schemeClr val="dk2"/>
                </a:solidFill>
              </a:defRPr>
            </a:lvl2pPr>
            <a:lvl3pPr indent="-342900" lvl="2" marL="1371600">
              <a:lnSpc>
                <a:spcPct val="80000"/>
              </a:lnSpc>
              <a:spcBef>
                <a:spcPts val="0"/>
              </a:spcBef>
              <a:spcAft>
                <a:spcPts val="0"/>
              </a:spcAft>
              <a:buClr>
                <a:schemeClr val="dk2"/>
              </a:buClr>
              <a:buSzPts val="1800"/>
              <a:buChar char="■"/>
              <a:defRPr sz="1800">
                <a:solidFill>
                  <a:schemeClr val="dk2"/>
                </a:solidFill>
              </a:defRPr>
            </a:lvl3pPr>
            <a:lvl4pPr indent="-342900" lvl="3" marL="1828800">
              <a:lnSpc>
                <a:spcPct val="80000"/>
              </a:lnSpc>
              <a:spcBef>
                <a:spcPts val="0"/>
              </a:spcBef>
              <a:spcAft>
                <a:spcPts val="0"/>
              </a:spcAft>
              <a:buClr>
                <a:schemeClr val="dk2"/>
              </a:buClr>
              <a:buSzPts val="1800"/>
              <a:buChar char="●"/>
              <a:defRPr sz="1800">
                <a:solidFill>
                  <a:schemeClr val="dk2"/>
                </a:solidFill>
              </a:defRPr>
            </a:lvl4pPr>
            <a:lvl5pPr indent="-342900" lvl="4" marL="2286000">
              <a:lnSpc>
                <a:spcPct val="80000"/>
              </a:lnSpc>
              <a:spcBef>
                <a:spcPts val="0"/>
              </a:spcBef>
              <a:spcAft>
                <a:spcPts val="0"/>
              </a:spcAft>
              <a:buClr>
                <a:schemeClr val="dk2"/>
              </a:buClr>
              <a:buSzPts val="1800"/>
              <a:buChar char="○"/>
              <a:defRPr sz="1800">
                <a:solidFill>
                  <a:schemeClr val="dk2"/>
                </a:solidFill>
              </a:defRPr>
            </a:lvl5pPr>
            <a:lvl6pPr indent="-342900" lvl="5" marL="2743200">
              <a:lnSpc>
                <a:spcPct val="80000"/>
              </a:lnSpc>
              <a:spcBef>
                <a:spcPts val="0"/>
              </a:spcBef>
              <a:spcAft>
                <a:spcPts val="0"/>
              </a:spcAft>
              <a:buClr>
                <a:schemeClr val="dk2"/>
              </a:buClr>
              <a:buSzPts val="1800"/>
              <a:buChar char="■"/>
              <a:defRPr sz="1800">
                <a:solidFill>
                  <a:schemeClr val="dk2"/>
                </a:solidFill>
              </a:defRPr>
            </a:lvl6pPr>
            <a:lvl7pPr indent="-342900" lvl="6" marL="3200400">
              <a:lnSpc>
                <a:spcPct val="80000"/>
              </a:lnSpc>
              <a:spcBef>
                <a:spcPts val="0"/>
              </a:spcBef>
              <a:spcAft>
                <a:spcPts val="0"/>
              </a:spcAft>
              <a:buClr>
                <a:schemeClr val="dk2"/>
              </a:buClr>
              <a:buSzPts val="1800"/>
              <a:buChar char="●"/>
              <a:defRPr sz="1800">
                <a:solidFill>
                  <a:schemeClr val="dk2"/>
                </a:solidFill>
              </a:defRPr>
            </a:lvl7pPr>
            <a:lvl8pPr indent="-342900" lvl="7" marL="3657600">
              <a:lnSpc>
                <a:spcPct val="80000"/>
              </a:lnSpc>
              <a:spcBef>
                <a:spcPts val="0"/>
              </a:spcBef>
              <a:spcAft>
                <a:spcPts val="0"/>
              </a:spcAft>
              <a:buClr>
                <a:schemeClr val="dk2"/>
              </a:buClr>
              <a:buSzPts val="1800"/>
              <a:buChar char="○"/>
              <a:defRPr sz="1800">
                <a:solidFill>
                  <a:schemeClr val="dk2"/>
                </a:solidFill>
              </a:defRPr>
            </a:lvl8pPr>
            <a:lvl9pPr indent="-342900" lvl="8" marL="4114800">
              <a:lnSpc>
                <a:spcPct val="80000"/>
              </a:lnSpc>
              <a:spcBef>
                <a:spcPts val="0"/>
              </a:spcBef>
              <a:spcAft>
                <a:spcPts val="0"/>
              </a:spcAft>
              <a:buClr>
                <a:schemeClr val="dk2"/>
              </a:buClr>
              <a:buSzPts val="1800"/>
              <a:buChar char="■"/>
              <a:defRPr sz="1800">
                <a:solidFill>
                  <a:schemeClr val="dk2"/>
                </a:solidFill>
              </a:defRPr>
            </a:lvl9pPr>
          </a:lstStyle>
          <a:p/>
        </p:txBody>
      </p:sp>
      <p:sp>
        <p:nvSpPr>
          <p:cNvPr id="78" name="Google Shape;78;p10"/>
          <p:cNvSpPr/>
          <p:nvPr>
            <p:ph idx="3" type="pic"/>
          </p:nvPr>
        </p:nvSpPr>
        <p:spPr>
          <a:xfrm>
            <a:off x="4463975" y="117575"/>
            <a:ext cx="4553100" cy="4918200"/>
          </a:xfrm>
          <a:prstGeom prst="rect">
            <a:avLst/>
          </a:prstGeom>
          <a:noFill/>
          <a:ln>
            <a:noFill/>
          </a:ln>
        </p:spPr>
      </p:sp>
      <p:sp>
        <p:nvSpPr>
          <p:cNvPr id="79" name="Google Shape;79;p10"/>
          <p:cNvSpPr txBox="1"/>
          <p:nvPr>
            <p:ph idx="4"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Detail 2">
  <p:cSld name="SECTION_TITLE_AND_DESCRIPTION">
    <p:bg>
      <p:bgPr>
        <a:solidFill>
          <a:schemeClr val="lt2"/>
        </a:solidFill>
      </p:bgPr>
    </p:bg>
    <p:spTree>
      <p:nvGrpSpPr>
        <p:cNvPr id="80" name="Shape 80"/>
        <p:cNvGrpSpPr/>
        <p:nvPr/>
      </p:nvGrpSpPr>
      <p:grpSpPr>
        <a:xfrm>
          <a:off x="0" y="0"/>
          <a:ext cx="0" cy="0"/>
          <a:chOff x="0" y="0"/>
          <a:chExt cx="0" cy="0"/>
        </a:xfrm>
      </p:grpSpPr>
      <p:cxnSp>
        <p:nvCxnSpPr>
          <p:cNvPr id="81" name="Google Shape;81;p11"/>
          <p:cNvCxnSpPr/>
          <p:nvPr/>
        </p:nvCxnSpPr>
        <p:spPr>
          <a:xfrm rot="10800000">
            <a:off x="1746313" y="66000"/>
            <a:ext cx="0" cy="5011500"/>
          </a:xfrm>
          <a:prstGeom prst="straightConnector1">
            <a:avLst/>
          </a:prstGeom>
          <a:noFill/>
          <a:ln cap="flat" cmpd="sng" w="19050">
            <a:solidFill>
              <a:schemeClr val="dk2"/>
            </a:solidFill>
            <a:prstDash val="solid"/>
            <a:round/>
            <a:headEnd len="med" w="med" type="none"/>
            <a:tailEnd len="med" w="med" type="none"/>
          </a:ln>
        </p:spPr>
      </p:cxnSp>
      <p:cxnSp>
        <p:nvCxnSpPr>
          <p:cNvPr id="82" name="Google Shape;82;p11"/>
          <p:cNvCxnSpPr/>
          <p:nvPr/>
        </p:nvCxnSpPr>
        <p:spPr>
          <a:xfrm rot="10800000">
            <a:off x="4313279" y="66000"/>
            <a:ext cx="0" cy="5011500"/>
          </a:xfrm>
          <a:prstGeom prst="straightConnector1">
            <a:avLst/>
          </a:prstGeom>
          <a:noFill/>
          <a:ln cap="flat" cmpd="sng" w="19050">
            <a:solidFill>
              <a:schemeClr val="dk2"/>
            </a:solidFill>
            <a:prstDash val="solid"/>
            <a:round/>
            <a:headEnd len="med" w="med" type="none"/>
            <a:tailEnd len="med" w="med" type="none"/>
          </a:ln>
        </p:spPr>
      </p:cxnSp>
      <p:sp>
        <p:nvSpPr>
          <p:cNvPr id="83" name="Google Shape;83;p11"/>
          <p:cNvSpPr txBox="1"/>
          <p:nvPr>
            <p:ph idx="1"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84" name="Google Shape;84;p11"/>
          <p:cNvSpPr/>
          <p:nvPr>
            <p:ph idx="2" type="pic"/>
          </p:nvPr>
        </p:nvSpPr>
        <p:spPr>
          <a:xfrm>
            <a:off x="1881900" y="128975"/>
            <a:ext cx="2294700" cy="4877400"/>
          </a:xfrm>
          <a:prstGeom prst="rect">
            <a:avLst/>
          </a:prstGeom>
          <a:noFill/>
          <a:ln>
            <a:noFill/>
          </a:ln>
        </p:spPr>
      </p:sp>
      <p:sp>
        <p:nvSpPr>
          <p:cNvPr id="85" name="Google Shape;85;p11"/>
          <p:cNvSpPr txBox="1"/>
          <p:nvPr>
            <p:ph idx="3" type="body"/>
          </p:nvPr>
        </p:nvSpPr>
        <p:spPr>
          <a:xfrm>
            <a:off x="4399950" y="-41975"/>
            <a:ext cx="4394100" cy="5031900"/>
          </a:xfrm>
          <a:prstGeom prst="rect">
            <a:avLst/>
          </a:prstGeom>
        </p:spPr>
        <p:txBody>
          <a:bodyPr anchorCtr="0" anchor="t" bIns="91425" lIns="91425" spcFirstLastPara="1" rIns="91425" wrap="square" tIns="91425">
            <a:noAutofit/>
          </a:bodyPr>
          <a:lstStyle>
            <a:lvl1pPr indent="-342900" lvl="0" marL="457200">
              <a:lnSpc>
                <a:spcPct val="80000"/>
              </a:lnSpc>
              <a:spcBef>
                <a:spcPts val="0"/>
              </a:spcBef>
              <a:spcAft>
                <a:spcPts val="0"/>
              </a:spcAft>
              <a:buClr>
                <a:schemeClr val="dk2"/>
              </a:buClr>
              <a:buSzPts val="1800"/>
              <a:buChar char="●"/>
              <a:defRPr sz="1800">
                <a:solidFill>
                  <a:schemeClr val="dk2"/>
                </a:solidFill>
              </a:defRPr>
            </a:lvl1pPr>
            <a:lvl2pPr indent="-342900" lvl="1" marL="914400">
              <a:lnSpc>
                <a:spcPct val="80000"/>
              </a:lnSpc>
              <a:spcBef>
                <a:spcPts val="0"/>
              </a:spcBef>
              <a:spcAft>
                <a:spcPts val="0"/>
              </a:spcAft>
              <a:buClr>
                <a:schemeClr val="dk2"/>
              </a:buClr>
              <a:buSzPts val="1800"/>
              <a:buChar char="○"/>
              <a:defRPr sz="1800">
                <a:solidFill>
                  <a:schemeClr val="dk2"/>
                </a:solidFill>
              </a:defRPr>
            </a:lvl2pPr>
            <a:lvl3pPr indent="-342900" lvl="2" marL="1371600">
              <a:lnSpc>
                <a:spcPct val="80000"/>
              </a:lnSpc>
              <a:spcBef>
                <a:spcPts val="0"/>
              </a:spcBef>
              <a:spcAft>
                <a:spcPts val="0"/>
              </a:spcAft>
              <a:buClr>
                <a:schemeClr val="dk2"/>
              </a:buClr>
              <a:buSzPts val="1800"/>
              <a:buChar char="■"/>
              <a:defRPr sz="1800">
                <a:solidFill>
                  <a:schemeClr val="dk2"/>
                </a:solidFill>
              </a:defRPr>
            </a:lvl3pPr>
            <a:lvl4pPr indent="-342900" lvl="3" marL="1828800">
              <a:lnSpc>
                <a:spcPct val="80000"/>
              </a:lnSpc>
              <a:spcBef>
                <a:spcPts val="0"/>
              </a:spcBef>
              <a:spcAft>
                <a:spcPts val="0"/>
              </a:spcAft>
              <a:buClr>
                <a:schemeClr val="dk2"/>
              </a:buClr>
              <a:buSzPts val="1800"/>
              <a:buChar char="●"/>
              <a:defRPr sz="1800">
                <a:solidFill>
                  <a:schemeClr val="dk2"/>
                </a:solidFill>
              </a:defRPr>
            </a:lvl4pPr>
            <a:lvl5pPr indent="-342900" lvl="4" marL="2286000">
              <a:lnSpc>
                <a:spcPct val="80000"/>
              </a:lnSpc>
              <a:spcBef>
                <a:spcPts val="0"/>
              </a:spcBef>
              <a:spcAft>
                <a:spcPts val="0"/>
              </a:spcAft>
              <a:buClr>
                <a:schemeClr val="dk2"/>
              </a:buClr>
              <a:buSzPts val="1800"/>
              <a:buChar char="○"/>
              <a:defRPr sz="1800">
                <a:solidFill>
                  <a:schemeClr val="dk2"/>
                </a:solidFill>
              </a:defRPr>
            </a:lvl5pPr>
            <a:lvl6pPr indent="-342900" lvl="5" marL="2743200">
              <a:lnSpc>
                <a:spcPct val="80000"/>
              </a:lnSpc>
              <a:spcBef>
                <a:spcPts val="0"/>
              </a:spcBef>
              <a:spcAft>
                <a:spcPts val="0"/>
              </a:spcAft>
              <a:buClr>
                <a:schemeClr val="dk2"/>
              </a:buClr>
              <a:buSzPts val="1800"/>
              <a:buChar char="■"/>
              <a:defRPr sz="1800">
                <a:solidFill>
                  <a:schemeClr val="dk2"/>
                </a:solidFill>
              </a:defRPr>
            </a:lvl6pPr>
            <a:lvl7pPr indent="-342900" lvl="6" marL="3200400">
              <a:lnSpc>
                <a:spcPct val="80000"/>
              </a:lnSpc>
              <a:spcBef>
                <a:spcPts val="0"/>
              </a:spcBef>
              <a:spcAft>
                <a:spcPts val="0"/>
              </a:spcAft>
              <a:buClr>
                <a:schemeClr val="dk2"/>
              </a:buClr>
              <a:buSzPts val="1800"/>
              <a:buChar char="●"/>
              <a:defRPr sz="1800">
                <a:solidFill>
                  <a:schemeClr val="dk2"/>
                </a:solidFill>
              </a:defRPr>
            </a:lvl7pPr>
            <a:lvl8pPr indent="-342900" lvl="7" marL="3657600">
              <a:lnSpc>
                <a:spcPct val="80000"/>
              </a:lnSpc>
              <a:spcBef>
                <a:spcPts val="0"/>
              </a:spcBef>
              <a:spcAft>
                <a:spcPts val="0"/>
              </a:spcAft>
              <a:buClr>
                <a:schemeClr val="dk2"/>
              </a:buClr>
              <a:buSzPts val="1800"/>
              <a:buChar char="○"/>
              <a:defRPr sz="1800">
                <a:solidFill>
                  <a:schemeClr val="dk2"/>
                </a:solidFill>
              </a:defRPr>
            </a:lvl8pPr>
            <a:lvl9pPr indent="-342900" lvl="8" marL="4114800">
              <a:lnSpc>
                <a:spcPct val="80000"/>
              </a:lnSpc>
              <a:spcBef>
                <a:spcPts val="0"/>
              </a:spcBef>
              <a:spcAft>
                <a:spcPts val="0"/>
              </a:spcAft>
              <a:buClr>
                <a:schemeClr val="dk2"/>
              </a:buClr>
              <a:buSzPts val="1800"/>
              <a:buChar char="■"/>
              <a:defRPr sz="1800">
                <a:solidFill>
                  <a:schemeClr val="dk2"/>
                </a:solidFill>
              </a:defRPr>
            </a:lvl9pPr>
          </a:lstStyle>
          <a:p/>
        </p:txBody>
      </p:sp>
      <p:sp>
        <p:nvSpPr>
          <p:cNvPr id="86" name="Google Shape;86;p11"/>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1"/>
          <p:cNvSpPr txBox="1"/>
          <p:nvPr>
            <p:ph idx="4"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Description">
  <p:cSld name="BIG_NUMBER">
    <p:spTree>
      <p:nvGrpSpPr>
        <p:cNvPr id="88" name="Shape 88"/>
        <p:cNvGrpSpPr/>
        <p:nvPr/>
      </p:nvGrpSpPr>
      <p:grpSpPr>
        <a:xfrm>
          <a:off x="0" y="0"/>
          <a:ext cx="0" cy="0"/>
          <a:chOff x="0" y="0"/>
          <a:chExt cx="0" cy="0"/>
        </a:xfrm>
      </p:grpSpPr>
      <p:cxnSp>
        <p:nvCxnSpPr>
          <p:cNvPr id="89" name="Google Shape;89;p12"/>
          <p:cNvCxnSpPr/>
          <p:nvPr/>
        </p:nvCxnSpPr>
        <p:spPr>
          <a:xfrm rot="10800000">
            <a:off x="1746313"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90" name="Google Shape;90;p12"/>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91" name="Google Shape;91;p12"/>
          <p:cNvSpPr/>
          <p:nvPr>
            <p:ph idx="2" type="pic"/>
          </p:nvPr>
        </p:nvSpPr>
        <p:spPr>
          <a:xfrm>
            <a:off x="4453150" y="136550"/>
            <a:ext cx="4586400" cy="2377500"/>
          </a:xfrm>
          <a:prstGeom prst="rect">
            <a:avLst/>
          </a:prstGeom>
          <a:noFill/>
          <a:ln>
            <a:noFill/>
          </a:ln>
        </p:spPr>
      </p:sp>
      <p:sp>
        <p:nvSpPr>
          <p:cNvPr id="92" name="Google Shape;92;p12"/>
          <p:cNvSpPr/>
          <p:nvPr>
            <p:ph idx="3" type="pic"/>
          </p:nvPr>
        </p:nvSpPr>
        <p:spPr>
          <a:xfrm>
            <a:off x="4453150" y="2643275"/>
            <a:ext cx="4586400" cy="2377500"/>
          </a:xfrm>
          <a:prstGeom prst="rect">
            <a:avLst/>
          </a:prstGeom>
          <a:noFill/>
          <a:ln>
            <a:noFill/>
          </a:ln>
        </p:spPr>
      </p:sp>
      <p:sp>
        <p:nvSpPr>
          <p:cNvPr id="93" name="Google Shape;93;p12"/>
          <p:cNvSpPr txBox="1"/>
          <p:nvPr>
            <p:ph idx="1" type="body"/>
          </p:nvPr>
        </p:nvSpPr>
        <p:spPr>
          <a:xfrm>
            <a:off x="1812875" y="63925"/>
            <a:ext cx="2428500" cy="4956900"/>
          </a:xfrm>
          <a:prstGeom prst="rect">
            <a:avLst/>
          </a:prstGeom>
        </p:spPr>
        <p:txBody>
          <a:bodyPr anchorCtr="0" anchor="t" bIns="91425" lIns="91425" spcFirstLastPara="1" rIns="91425" wrap="square" tIns="91425">
            <a:noAutofit/>
          </a:bodyPr>
          <a:lstStyle>
            <a:lvl1pPr indent="-342900" lvl="0" marL="457200">
              <a:lnSpc>
                <a:spcPct val="80000"/>
              </a:lnSpc>
              <a:spcBef>
                <a:spcPts val="0"/>
              </a:spcBef>
              <a:spcAft>
                <a:spcPts val="0"/>
              </a:spcAft>
              <a:buClr>
                <a:schemeClr val="dk1"/>
              </a:buClr>
              <a:buSzPts val="1800"/>
              <a:buChar char="●"/>
              <a:defRPr sz="1800"/>
            </a:lvl1pPr>
            <a:lvl2pPr indent="-342900" lvl="1" marL="914400">
              <a:lnSpc>
                <a:spcPct val="80000"/>
              </a:lnSpc>
              <a:spcBef>
                <a:spcPts val="0"/>
              </a:spcBef>
              <a:spcAft>
                <a:spcPts val="0"/>
              </a:spcAft>
              <a:buClr>
                <a:schemeClr val="dk1"/>
              </a:buClr>
              <a:buSzPts val="1800"/>
              <a:buChar char="○"/>
              <a:defRPr sz="1800"/>
            </a:lvl2pPr>
            <a:lvl3pPr indent="-342900" lvl="2" marL="1371600">
              <a:lnSpc>
                <a:spcPct val="80000"/>
              </a:lnSpc>
              <a:spcBef>
                <a:spcPts val="0"/>
              </a:spcBef>
              <a:spcAft>
                <a:spcPts val="0"/>
              </a:spcAft>
              <a:buClr>
                <a:schemeClr val="dk1"/>
              </a:buClr>
              <a:buSzPts val="1800"/>
              <a:buChar char="■"/>
              <a:defRPr sz="1800"/>
            </a:lvl3pPr>
            <a:lvl4pPr indent="-342900" lvl="3" marL="1828800">
              <a:lnSpc>
                <a:spcPct val="80000"/>
              </a:lnSpc>
              <a:spcBef>
                <a:spcPts val="0"/>
              </a:spcBef>
              <a:spcAft>
                <a:spcPts val="0"/>
              </a:spcAft>
              <a:buClr>
                <a:schemeClr val="dk1"/>
              </a:buClr>
              <a:buSzPts val="1800"/>
              <a:buChar char="●"/>
              <a:defRPr sz="1800"/>
            </a:lvl4pPr>
            <a:lvl5pPr indent="-342900" lvl="4" marL="2286000">
              <a:lnSpc>
                <a:spcPct val="80000"/>
              </a:lnSpc>
              <a:spcBef>
                <a:spcPts val="0"/>
              </a:spcBef>
              <a:spcAft>
                <a:spcPts val="0"/>
              </a:spcAft>
              <a:buClr>
                <a:schemeClr val="dk1"/>
              </a:buClr>
              <a:buSzPts val="1800"/>
              <a:buChar char="○"/>
              <a:defRPr sz="1800"/>
            </a:lvl5pPr>
            <a:lvl6pPr indent="-342900" lvl="5" marL="2743200">
              <a:lnSpc>
                <a:spcPct val="80000"/>
              </a:lnSpc>
              <a:spcBef>
                <a:spcPts val="0"/>
              </a:spcBef>
              <a:spcAft>
                <a:spcPts val="0"/>
              </a:spcAft>
              <a:buClr>
                <a:schemeClr val="dk1"/>
              </a:buClr>
              <a:buSzPts val="1800"/>
              <a:buChar char="■"/>
              <a:defRPr sz="1800"/>
            </a:lvl6pPr>
            <a:lvl7pPr indent="-342900" lvl="6" marL="3200400">
              <a:lnSpc>
                <a:spcPct val="80000"/>
              </a:lnSpc>
              <a:spcBef>
                <a:spcPts val="0"/>
              </a:spcBef>
              <a:spcAft>
                <a:spcPts val="0"/>
              </a:spcAft>
              <a:buClr>
                <a:schemeClr val="dk1"/>
              </a:buClr>
              <a:buSzPts val="1800"/>
              <a:buChar char="●"/>
              <a:defRPr sz="1800"/>
            </a:lvl7pPr>
            <a:lvl8pPr indent="-342900" lvl="7" marL="3657600">
              <a:lnSpc>
                <a:spcPct val="80000"/>
              </a:lnSpc>
              <a:spcBef>
                <a:spcPts val="0"/>
              </a:spcBef>
              <a:spcAft>
                <a:spcPts val="0"/>
              </a:spcAft>
              <a:buClr>
                <a:schemeClr val="dk1"/>
              </a:buClr>
              <a:buSzPts val="1800"/>
              <a:buChar char="○"/>
              <a:defRPr sz="1800"/>
            </a:lvl8pPr>
            <a:lvl9pPr indent="-342900" lvl="8" marL="4114800">
              <a:lnSpc>
                <a:spcPct val="80000"/>
              </a:lnSpc>
              <a:spcBef>
                <a:spcPts val="0"/>
              </a:spcBef>
              <a:spcAft>
                <a:spcPts val="0"/>
              </a:spcAft>
              <a:buClr>
                <a:schemeClr val="dk1"/>
              </a:buClr>
              <a:buSzPts val="1800"/>
              <a:buChar char="■"/>
              <a:defRPr sz="1800"/>
            </a:lvl9pPr>
          </a:lstStyle>
          <a:p/>
        </p:txBody>
      </p:sp>
      <p:sp>
        <p:nvSpPr>
          <p:cNvPr id="94" name="Google Shape;94;p12"/>
          <p:cNvSpPr txBox="1"/>
          <p:nvPr>
            <p:ph idx="4"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95" name="Google Shape;95;p12"/>
          <p:cNvSpPr txBox="1"/>
          <p:nvPr>
            <p:ph idx="5"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type="blank">
  <p:cSld name="BLANK">
    <p:spTree>
      <p:nvGrpSpPr>
        <p:cNvPr id="96" name="Shape 96"/>
        <p:cNvGrpSpPr/>
        <p:nvPr/>
      </p:nvGrpSpPr>
      <p:grpSpPr>
        <a:xfrm>
          <a:off x="0" y="0"/>
          <a:ext cx="0" cy="0"/>
          <a:chOff x="0" y="0"/>
          <a:chExt cx="0" cy="0"/>
        </a:xfrm>
      </p:grpSpPr>
      <p:sp>
        <p:nvSpPr>
          <p:cNvPr id="97" name="Google Shape;97;p13"/>
          <p:cNvSpPr/>
          <p:nvPr>
            <p:ph idx="2" type="pic"/>
          </p:nvPr>
        </p:nvSpPr>
        <p:spPr>
          <a:xfrm>
            <a:off x="4449650" y="3469750"/>
            <a:ext cx="1449900" cy="1523100"/>
          </a:xfrm>
          <a:prstGeom prst="rect">
            <a:avLst/>
          </a:prstGeom>
          <a:noFill/>
          <a:ln>
            <a:noFill/>
          </a:ln>
        </p:spPr>
      </p:sp>
      <p:sp>
        <p:nvSpPr>
          <p:cNvPr id="98" name="Google Shape;98;p13"/>
          <p:cNvSpPr/>
          <p:nvPr>
            <p:ph idx="3" type="pic"/>
          </p:nvPr>
        </p:nvSpPr>
        <p:spPr>
          <a:xfrm>
            <a:off x="4449650" y="1815375"/>
            <a:ext cx="1449900" cy="1523100"/>
          </a:xfrm>
          <a:prstGeom prst="rect">
            <a:avLst/>
          </a:prstGeom>
          <a:noFill/>
          <a:ln>
            <a:noFill/>
          </a:ln>
        </p:spPr>
      </p:sp>
      <p:sp>
        <p:nvSpPr>
          <p:cNvPr id="99" name="Google Shape;99;p13"/>
          <p:cNvSpPr/>
          <p:nvPr>
            <p:ph idx="4" type="pic"/>
          </p:nvPr>
        </p:nvSpPr>
        <p:spPr>
          <a:xfrm>
            <a:off x="6009325" y="1815375"/>
            <a:ext cx="1449900" cy="1523100"/>
          </a:xfrm>
          <a:prstGeom prst="rect">
            <a:avLst/>
          </a:prstGeom>
          <a:noFill/>
          <a:ln>
            <a:noFill/>
          </a:ln>
        </p:spPr>
      </p:sp>
      <p:sp>
        <p:nvSpPr>
          <p:cNvPr id="100" name="Google Shape;100;p13"/>
          <p:cNvSpPr/>
          <p:nvPr>
            <p:ph idx="5" type="pic"/>
          </p:nvPr>
        </p:nvSpPr>
        <p:spPr>
          <a:xfrm>
            <a:off x="7568150" y="1815375"/>
            <a:ext cx="1449900" cy="1523100"/>
          </a:xfrm>
          <a:prstGeom prst="rect">
            <a:avLst/>
          </a:prstGeom>
          <a:noFill/>
          <a:ln>
            <a:noFill/>
          </a:ln>
        </p:spPr>
      </p:sp>
      <p:sp>
        <p:nvSpPr>
          <p:cNvPr id="101" name="Google Shape;101;p13"/>
          <p:cNvSpPr/>
          <p:nvPr>
            <p:ph idx="6" type="pic"/>
          </p:nvPr>
        </p:nvSpPr>
        <p:spPr>
          <a:xfrm>
            <a:off x="4449650" y="161000"/>
            <a:ext cx="1449900" cy="1523100"/>
          </a:xfrm>
          <a:prstGeom prst="rect">
            <a:avLst/>
          </a:prstGeom>
          <a:noFill/>
          <a:ln>
            <a:noFill/>
          </a:ln>
        </p:spPr>
      </p:sp>
      <p:sp>
        <p:nvSpPr>
          <p:cNvPr id="102" name="Google Shape;102;p13"/>
          <p:cNvSpPr/>
          <p:nvPr>
            <p:ph idx="7" type="pic"/>
          </p:nvPr>
        </p:nvSpPr>
        <p:spPr>
          <a:xfrm>
            <a:off x="6009325" y="161000"/>
            <a:ext cx="1449900" cy="1523100"/>
          </a:xfrm>
          <a:prstGeom prst="rect">
            <a:avLst/>
          </a:prstGeom>
          <a:noFill/>
          <a:ln>
            <a:noFill/>
          </a:ln>
        </p:spPr>
      </p:sp>
      <p:sp>
        <p:nvSpPr>
          <p:cNvPr id="103" name="Google Shape;103;p13"/>
          <p:cNvSpPr/>
          <p:nvPr>
            <p:ph idx="8" type="pic"/>
          </p:nvPr>
        </p:nvSpPr>
        <p:spPr>
          <a:xfrm>
            <a:off x="7568150" y="161000"/>
            <a:ext cx="1449900" cy="1523100"/>
          </a:xfrm>
          <a:prstGeom prst="rect">
            <a:avLst/>
          </a:prstGeom>
          <a:noFill/>
          <a:ln>
            <a:noFill/>
          </a:ln>
        </p:spPr>
      </p:sp>
      <p:sp>
        <p:nvSpPr>
          <p:cNvPr id="104" name="Google Shape;104;p13"/>
          <p:cNvSpPr txBox="1"/>
          <p:nvPr/>
        </p:nvSpPr>
        <p:spPr>
          <a:xfrm>
            <a:off x="5978200" y="3464150"/>
            <a:ext cx="354000" cy="2136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900">
                <a:solidFill>
                  <a:schemeClr val="lt1"/>
                </a:solidFill>
                <a:latin typeface="Helvetica Neue"/>
                <a:ea typeface="Helvetica Neue"/>
                <a:cs typeface="Helvetica Neue"/>
                <a:sym typeface="Helvetica Neue"/>
              </a:rPr>
              <a:t>08</a:t>
            </a:r>
            <a:endParaRPr b="1" sz="900">
              <a:solidFill>
                <a:schemeClr val="lt1"/>
              </a:solidFill>
              <a:latin typeface="Helvetica Neue"/>
              <a:ea typeface="Helvetica Neue"/>
              <a:cs typeface="Helvetica Neue"/>
              <a:sym typeface="Helvetica Neue"/>
            </a:endParaRPr>
          </a:p>
        </p:txBody>
      </p:sp>
      <p:sp>
        <p:nvSpPr>
          <p:cNvPr id="105" name="Google Shape;105;p13"/>
          <p:cNvSpPr txBox="1"/>
          <p:nvPr/>
        </p:nvSpPr>
        <p:spPr>
          <a:xfrm>
            <a:off x="7545351" y="3464150"/>
            <a:ext cx="354000" cy="2136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900">
                <a:solidFill>
                  <a:schemeClr val="lt1"/>
                </a:solidFill>
                <a:latin typeface="Helvetica Neue"/>
                <a:ea typeface="Helvetica Neue"/>
                <a:cs typeface="Helvetica Neue"/>
                <a:sym typeface="Helvetica Neue"/>
              </a:rPr>
              <a:t>09</a:t>
            </a:r>
            <a:endParaRPr b="1" sz="900">
              <a:solidFill>
                <a:schemeClr val="lt1"/>
              </a:solidFill>
              <a:latin typeface="Helvetica Neue"/>
              <a:ea typeface="Helvetica Neue"/>
              <a:cs typeface="Helvetica Neue"/>
              <a:sym typeface="Helvetica Neue"/>
            </a:endParaRPr>
          </a:p>
        </p:txBody>
      </p:sp>
      <p:cxnSp>
        <p:nvCxnSpPr>
          <p:cNvPr id="106" name="Google Shape;106;p13"/>
          <p:cNvCxnSpPr/>
          <p:nvPr/>
        </p:nvCxnSpPr>
        <p:spPr>
          <a:xfrm rot="10800000">
            <a:off x="1746313"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107" name="Google Shape;107;p13"/>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108" name="Google Shape;108;p13"/>
          <p:cNvSpPr txBox="1"/>
          <p:nvPr>
            <p:ph idx="1" type="body"/>
          </p:nvPr>
        </p:nvSpPr>
        <p:spPr>
          <a:xfrm>
            <a:off x="1758450" y="3589750"/>
            <a:ext cx="2482800" cy="1456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Char char="●"/>
              <a:defRPr sz="900"/>
            </a:lvl1pPr>
            <a:lvl2pPr indent="-285750" lvl="1" marL="914400">
              <a:spcBef>
                <a:spcPts val="0"/>
              </a:spcBef>
              <a:spcAft>
                <a:spcPts val="0"/>
              </a:spcAft>
              <a:buClr>
                <a:schemeClr val="dk1"/>
              </a:buClr>
              <a:buSzPts val="900"/>
              <a:buChar char="○"/>
              <a:defRPr sz="900"/>
            </a:lvl2pPr>
            <a:lvl3pPr indent="-285750" lvl="2" marL="1371600">
              <a:spcBef>
                <a:spcPts val="0"/>
              </a:spcBef>
              <a:spcAft>
                <a:spcPts val="0"/>
              </a:spcAft>
              <a:buClr>
                <a:schemeClr val="dk1"/>
              </a:buClr>
              <a:buSzPts val="900"/>
              <a:buChar char="■"/>
              <a:defRPr sz="900"/>
            </a:lvl3pPr>
            <a:lvl4pPr indent="-285750" lvl="3" marL="1828800">
              <a:spcBef>
                <a:spcPts val="0"/>
              </a:spcBef>
              <a:spcAft>
                <a:spcPts val="0"/>
              </a:spcAft>
              <a:buClr>
                <a:schemeClr val="dk1"/>
              </a:buClr>
              <a:buSzPts val="900"/>
              <a:buChar char="●"/>
              <a:defRPr sz="900"/>
            </a:lvl4pPr>
            <a:lvl5pPr indent="-285750" lvl="4" marL="2286000">
              <a:spcBef>
                <a:spcPts val="0"/>
              </a:spcBef>
              <a:spcAft>
                <a:spcPts val="0"/>
              </a:spcAft>
              <a:buClr>
                <a:schemeClr val="dk1"/>
              </a:buClr>
              <a:buSzPts val="900"/>
              <a:buChar char="○"/>
              <a:defRPr sz="900"/>
            </a:lvl5pPr>
            <a:lvl6pPr indent="-285750" lvl="5" marL="2743200">
              <a:spcBef>
                <a:spcPts val="0"/>
              </a:spcBef>
              <a:spcAft>
                <a:spcPts val="0"/>
              </a:spcAft>
              <a:buClr>
                <a:schemeClr val="dk1"/>
              </a:buClr>
              <a:buSzPts val="900"/>
              <a:buChar char="■"/>
              <a:defRPr sz="900"/>
            </a:lvl6pPr>
            <a:lvl7pPr indent="-285750" lvl="6" marL="3200400">
              <a:spcBef>
                <a:spcPts val="0"/>
              </a:spcBef>
              <a:spcAft>
                <a:spcPts val="0"/>
              </a:spcAft>
              <a:buClr>
                <a:schemeClr val="dk1"/>
              </a:buClr>
              <a:buSzPts val="900"/>
              <a:buChar char="●"/>
              <a:defRPr sz="900"/>
            </a:lvl7pPr>
            <a:lvl8pPr indent="-285750" lvl="7" marL="3657600">
              <a:spcBef>
                <a:spcPts val="0"/>
              </a:spcBef>
              <a:spcAft>
                <a:spcPts val="0"/>
              </a:spcAft>
              <a:buClr>
                <a:schemeClr val="dk1"/>
              </a:buClr>
              <a:buSzPts val="900"/>
              <a:buChar char="○"/>
              <a:defRPr sz="900"/>
            </a:lvl8pPr>
            <a:lvl9pPr indent="-285750" lvl="8" marL="4114800">
              <a:spcBef>
                <a:spcPts val="0"/>
              </a:spcBef>
              <a:spcAft>
                <a:spcPts val="0"/>
              </a:spcAft>
              <a:buClr>
                <a:schemeClr val="dk1"/>
              </a:buClr>
              <a:buSzPts val="900"/>
              <a:buChar char="■"/>
              <a:defRPr sz="900"/>
            </a:lvl9pPr>
          </a:lstStyle>
          <a:p/>
        </p:txBody>
      </p:sp>
      <p:sp>
        <p:nvSpPr>
          <p:cNvPr id="109" name="Google Shape;109;p13"/>
          <p:cNvSpPr/>
          <p:nvPr>
            <p:ph idx="9" type="pic"/>
          </p:nvPr>
        </p:nvSpPr>
        <p:spPr>
          <a:xfrm>
            <a:off x="6009325" y="3469750"/>
            <a:ext cx="1449900" cy="1523100"/>
          </a:xfrm>
          <a:prstGeom prst="rect">
            <a:avLst/>
          </a:prstGeom>
          <a:noFill/>
          <a:ln>
            <a:noFill/>
          </a:ln>
        </p:spPr>
      </p:sp>
      <p:sp>
        <p:nvSpPr>
          <p:cNvPr id="110" name="Google Shape;110;p13"/>
          <p:cNvSpPr/>
          <p:nvPr>
            <p:ph idx="13" type="pic"/>
          </p:nvPr>
        </p:nvSpPr>
        <p:spPr>
          <a:xfrm>
            <a:off x="7568150" y="3469750"/>
            <a:ext cx="1449900" cy="1523100"/>
          </a:xfrm>
          <a:prstGeom prst="rect">
            <a:avLst/>
          </a:prstGeom>
          <a:noFill/>
          <a:ln>
            <a:noFill/>
          </a:ln>
        </p:spPr>
      </p:sp>
      <p:sp>
        <p:nvSpPr>
          <p:cNvPr id="111" name="Google Shape;111;p13"/>
          <p:cNvSpPr txBox="1"/>
          <p:nvPr>
            <p:ph idx="14" type="body"/>
          </p:nvPr>
        </p:nvSpPr>
        <p:spPr>
          <a:xfrm>
            <a:off x="1812875" y="63925"/>
            <a:ext cx="2428500" cy="27621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112" name="Google Shape;112;p13"/>
          <p:cNvSpPr txBox="1"/>
          <p:nvPr>
            <p:ph idx="15" type="body"/>
          </p:nvPr>
        </p:nvSpPr>
        <p:spPr>
          <a:xfrm>
            <a:off x="4401474" y="7367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3" name="Google Shape;113;p13"/>
          <p:cNvSpPr txBox="1"/>
          <p:nvPr>
            <p:ph idx="16" type="body"/>
          </p:nvPr>
        </p:nvSpPr>
        <p:spPr>
          <a:xfrm>
            <a:off x="5962065" y="7367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4" name="Google Shape;114;p13"/>
          <p:cNvSpPr txBox="1"/>
          <p:nvPr>
            <p:ph idx="17" type="body"/>
          </p:nvPr>
        </p:nvSpPr>
        <p:spPr>
          <a:xfrm>
            <a:off x="7518413" y="73675"/>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5" name="Google Shape;115;p13"/>
          <p:cNvSpPr txBox="1"/>
          <p:nvPr>
            <p:ph idx="18" type="body"/>
          </p:nvPr>
        </p:nvSpPr>
        <p:spPr>
          <a:xfrm>
            <a:off x="4401474" y="1737200"/>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6" name="Google Shape;116;p13"/>
          <p:cNvSpPr txBox="1"/>
          <p:nvPr>
            <p:ph idx="19" type="body"/>
          </p:nvPr>
        </p:nvSpPr>
        <p:spPr>
          <a:xfrm>
            <a:off x="5962065" y="1737200"/>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7" name="Google Shape;117;p13"/>
          <p:cNvSpPr txBox="1"/>
          <p:nvPr>
            <p:ph idx="20" type="body"/>
          </p:nvPr>
        </p:nvSpPr>
        <p:spPr>
          <a:xfrm>
            <a:off x="7518413" y="1737200"/>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8" name="Google Shape;118;p13"/>
          <p:cNvSpPr txBox="1"/>
          <p:nvPr>
            <p:ph idx="21" type="body"/>
          </p:nvPr>
        </p:nvSpPr>
        <p:spPr>
          <a:xfrm>
            <a:off x="4401474" y="3394017"/>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19" name="Google Shape;119;p13"/>
          <p:cNvSpPr txBox="1"/>
          <p:nvPr>
            <p:ph idx="22" type="body"/>
          </p:nvPr>
        </p:nvSpPr>
        <p:spPr>
          <a:xfrm>
            <a:off x="5962065" y="3394017"/>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20" name="Google Shape;120;p13"/>
          <p:cNvSpPr txBox="1"/>
          <p:nvPr>
            <p:ph idx="23" type="body"/>
          </p:nvPr>
        </p:nvSpPr>
        <p:spPr>
          <a:xfrm>
            <a:off x="7518413" y="3394017"/>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21" name="Google Shape;121;p13"/>
          <p:cNvSpPr txBox="1"/>
          <p:nvPr>
            <p:ph idx="24"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122" name="Google Shape;122;p13"/>
          <p:cNvSpPr txBox="1"/>
          <p:nvPr>
            <p:ph idx="25"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Description">
  <p:cSld name="TITLE_AND_BODY_2">
    <p:spTree>
      <p:nvGrpSpPr>
        <p:cNvPr id="123" name="Shape 123"/>
        <p:cNvGrpSpPr/>
        <p:nvPr/>
      </p:nvGrpSpPr>
      <p:grpSpPr>
        <a:xfrm>
          <a:off x="0" y="0"/>
          <a:ext cx="0" cy="0"/>
          <a:chOff x="0" y="0"/>
          <a:chExt cx="0" cy="0"/>
        </a:xfrm>
      </p:grpSpPr>
      <p:cxnSp>
        <p:nvCxnSpPr>
          <p:cNvPr id="124" name="Google Shape;124;p14"/>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125" name="Google Shape;125;p14"/>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126" name="Google Shape;126;p14"/>
          <p:cNvSpPr/>
          <p:nvPr>
            <p:ph idx="2" type="pic"/>
          </p:nvPr>
        </p:nvSpPr>
        <p:spPr>
          <a:xfrm>
            <a:off x="1904971" y="2650825"/>
            <a:ext cx="2233500" cy="2325000"/>
          </a:xfrm>
          <a:prstGeom prst="rect">
            <a:avLst/>
          </a:prstGeom>
          <a:noFill/>
          <a:ln>
            <a:noFill/>
          </a:ln>
        </p:spPr>
      </p:sp>
      <p:sp>
        <p:nvSpPr>
          <p:cNvPr id="127" name="Google Shape;127;p14"/>
          <p:cNvSpPr txBox="1"/>
          <p:nvPr>
            <p:ph idx="1" type="body"/>
          </p:nvPr>
        </p:nvSpPr>
        <p:spPr>
          <a:xfrm>
            <a:off x="4464475" y="77250"/>
            <a:ext cx="4327200" cy="4954200"/>
          </a:xfrm>
          <a:prstGeom prst="rect">
            <a:avLst/>
          </a:prstGeom>
        </p:spPr>
        <p:txBody>
          <a:bodyPr anchorCtr="0" anchor="t" bIns="91425" lIns="91425" spcFirstLastPara="1" rIns="91425" wrap="square" tIns="91425">
            <a:noAutofit/>
          </a:bodyPr>
          <a:lstStyle>
            <a:lvl1pPr indent="-311150" lvl="0" marL="457200">
              <a:lnSpc>
                <a:spcPct val="90000"/>
              </a:lnSpc>
              <a:spcBef>
                <a:spcPts val="0"/>
              </a:spcBef>
              <a:spcAft>
                <a:spcPts val="0"/>
              </a:spcAft>
              <a:buClr>
                <a:schemeClr val="dk1"/>
              </a:buClr>
              <a:buSzPts val="1300"/>
              <a:buChar char="●"/>
              <a:defRPr/>
            </a:lvl1pPr>
            <a:lvl2pPr indent="-311150" lvl="1" marL="914400">
              <a:lnSpc>
                <a:spcPct val="90000"/>
              </a:lnSpc>
              <a:spcBef>
                <a:spcPts val="0"/>
              </a:spcBef>
              <a:spcAft>
                <a:spcPts val="0"/>
              </a:spcAft>
              <a:buClr>
                <a:schemeClr val="dk1"/>
              </a:buClr>
              <a:buSzPts val="1300"/>
              <a:buChar char="○"/>
              <a:defRPr/>
            </a:lvl2pPr>
            <a:lvl3pPr indent="-311150" lvl="2" marL="1371600">
              <a:lnSpc>
                <a:spcPct val="90000"/>
              </a:lnSpc>
              <a:spcBef>
                <a:spcPts val="0"/>
              </a:spcBef>
              <a:spcAft>
                <a:spcPts val="0"/>
              </a:spcAft>
              <a:buClr>
                <a:schemeClr val="dk1"/>
              </a:buClr>
              <a:buSzPts val="1300"/>
              <a:buChar char="■"/>
              <a:defRPr/>
            </a:lvl3pPr>
            <a:lvl4pPr indent="-311150" lvl="3" marL="1828800">
              <a:lnSpc>
                <a:spcPct val="90000"/>
              </a:lnSpc>
              <a:spcBef>
                <a:spcPts val="0"/>
              </a:spcBef>
              <a:spcAft>
                <a:spcPts val="0"/>
              </a:spcAft>
              <a:buClr>
                <a:schemeClr val="dk1"/>
              </a:buClr>
              <a:buSzPts val="1300"/>
              <a:buChar char="●"/>
              <a:defRPr/>
            </a:lvl4pPr>
            <a:lvl5pPr indent="-311150" lvl="4" marL="2286000">
              <a:lnSpc>
                <a:spcPct val="90000"/>
              </a:lnSpc>
              <a:spcBef>
                <a:spcPts val="0"/>
              </a:spcBef>
              <a:spcAft>
                <a:spcPts val="0"/>
              </a:spcAft>
              <a:buClr>
                <a:schemeClr val="dk1"/>
              </a:buClr>
              <a:buSzPts val="1300"/>
              <a:buChar char="○"/>
              <a:defRPr/>
            </a:lvl5pPr>
            <a:lvl6pPr indent="-311150" lvl="5" marL="2743200">
              <a:lnSpc>
                <a:spcPct val="90000"/>
              </a:lnSpc>
              <a:spcBef>
                <a:spcPts val="0"/>
              </a:spcBef>
              <a:spcAft>
                <a:spcPts val="0"/>
              </a:spcAft>
              <a:buClr>
                <a:schemeClr val="dk1"/>
              </a:buClr>
              <a:buSzPts val="1300"/>
              <a:buChar char="■"/>
              <a:defRPr/>
            </a:lvl6pPr>
            <a:lvl7pPr indent="-311150" lvl="6" marL="3200400">
              <a:lnSpc>
                <a:spcPct val="90000"/>
              </a:lnSpc>
              <a:spcBef>
                <a:spcPts val="0"/>
              </a:spcBef>
              <a:spcAft>
                <a:spcPts val="0"/>
              </a:spcAft>
              <a:buClr>
                <a:schemeClr val="dk1"/>
              </a:buClr>
              <a:buSzPts val="1300"/>
              <a:buChar char="●"/>
              <a:defRPr/>
            </a:lvl7pPr>
            <a:lvl8pPr indent="-311150" lvl="7" marL="3657600">
              <a:lnSpc>
                <a:spcPct val="90000"/>
              </a:lnSpc>
              <a:spcBef>
                <a:spcPts val="0"/>
              </a:spcBef>
              <a:spcAft>
                <a:spcPts val="0"/>
              </a:spcAft>
              <a:buClr>
                <a:schemeClr val="dk1"/>
              </a:buClr>
              <a:buSzPts val="1300"/>
              <a:buChar char="○"/>
              <a:defRPr/>
            </a:lvl8pPr>
            <a:lvl9pPr indent="-311150" lvl="8" marL="4114800">
              <a:lnSpc>
                <a:spcPct val="90000"/>
              </a:lnSpc>
              <a:spcBef>
                <a:spcPts val="0"/>
              </a:spcBef>
              <a:spcAft>
                <a:spcPts val="0"/>
              </a:spcAft>
              <a:buClr>
                <a:schemeClr val="dk1"/>
              </a:buClr>
              <a:buSzPts val="1300"/>
              <a:buChar char="■"/>
              <a:defRPr/>
            </a:lvl9pPr>
          </a:lstStyle>
          <a:p/>
        </p:txBody>
      </p:sp>
      <p:sp>
        <p:nvSpPr>
          <p:cNvPr id="128" name="Google Shape;128;p14"/>
          <p:cNvSpPr/>
          <p:nvPr>
            <p:ph idx="3" type="pic"/>
          </p:nvPr>
        </p:nvSpPr>
        <p:spPr>
          <a:xfrm>
            <a:off x="1904971" y="137850"/>
            <a:ext cx="2233500" cy="2325000"/>
          </a:xfrm>
          <a:prstGeom prst="rect">
            <a:avLst/>
          </a:prstGeom>
          <a:noFill/>
          <a:ln>
            <a:noFill/>
          </a:ln>
        </p:spPr>
      </p:sp>
      <p:sp>
        <p:nvSpPr>
          <p:cNvPr id="129" name="Google Shape;129;p14"/>
          <p:cNvSpPr txBox="1"/>
          <p:nvPr>
            <p:ph idx="4"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130" name="Google Shape;130;p14"/>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14"/>
          <p:cNvSpPr txBox="1"/>
          <p:nvPr>
            <p:ph idx="5"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p:cSld name="CUSTOM_2_4">
    <p:spTree>
      <p:nvGrpSpPr>
        <p:cNvPr id="132" name="Shape 132"/>
        <p:cNvGrpSpPr/>
        <p:nvPr/>
      </p:nvGrpSpPr>
      <p:grpSpPr>
        <a:xfrm>
          <a:off x="0" y="0"/>
          <a:ext cx="0" cy="0"/>
          <a:chOff x="0" y="0"/>
          <a:chExt cx="0" cy="0"/>
        </a:xfrm>
      </p:grpSpPr>
      <p:sp>
        <p:nvSpPr>
          <p:cNvPr id="133" name="Google Shape;133;p15"/>
          <p:cNvSpPr/>
          <p:nvPr>
            <p:ph idx="2" type="pic"/>
          </p:nvPr>
        </p:nvSpPr>
        <p:spPr>
          <a:xfrm>
            <a:off x="4450425" y="165475"/>
            <a:ext cx="1456500" cy="875400"/>
          </a:xfrm>
          <a:prstGeom prst="rect">
            <a:avLst/>
          </a:prstGeom>
          <a:noFill/>
          <a:ln>
            <a:noFill/>
          </a:ln>
        </p:spPr>
      </p:sp>
      <p:sp>
        <p:nvSpPr>
          <p:cNvPr id="134" name="Google Shape;134;p15"/>
          <p:cNvSpPr/>
          <p:nvPr>
            <p:ph idx="3" type="pic"/>
          </p:nvPr>
        </p:nvSpPr>
        <p:spPr>
          <a:xfrm>
            <a:off x="6006442" y="165475"/>
            <a:ext cx="1456500" cy="875400"/>
          </a:xfrm>
          <a:prstGeom prst="rect">
            <a:avLst/>
          </a:prstGeom>
          <a:noFill/>
          <a:ln>
            <a:noFill/>
          </a:ln>
        </p:spPr>
      </p:sp>
      <p:sp>
        <p:nvSpPr>
          <p:cNvPr id="135" name="Google Shape;135;p15"/>
          <p:cNvSpPr/>
          <p:nvPr>
            <p:ph idx="4" type="pic"/>
          </p:nvPr>
        </p:nvSpPr>
        <p:spPr>
          <a:xfrm>
            <a:off x="4450425" y="1151703"/>
            <a:ext cx="1456500" cy="875400"/>
          </a:xfrm>
          <a:prstGeom prst="rect">
            <a:avLst/>
          </a:prstGeom>
          <a:noFill/>
          <a:ln>
            <a:noFill/>
          </a:ln>
        </p:spPr>
      </p:sp>
      <p:sp>
        <p:nvSpPr>
          <p:cNvPr id="136" name="Google Shape;136;p15"/>
          <p:cNvSpPr/>
          <p:nvPr>
            <p:ph idx="5" type="pic"/>
          </p:nvPr>
        </p:nvSpPr>
        <p:spPr>
          <a:xfrm>
            <a:off x="6006442" y="1151703"/>
            <a:ext cx="1456500" cy="875400"/>
          </a:xfrm>
          <a:prstGeom prst="rect">
            <a:avLst/>
          </a:prstGeom>
          <a:noFill/>
          <a:ln>
            <a:noFill/>
          </a:ln>
        </p:spPr>
      </p:sp>
      <p:sp>
        <p:nvSpPr>
          <p:cNvPr id="137" name="Google Shape;137;p15"/>
          <p:cNvSpPr/>
          <p:nvPr>
            <p:ph idx="6" type="pic"/>
          </p:nvPr>
        </p:nvSpPr>
        <p:spPr>
          <a:xfrm>
            <a:off x="7562471" y="1151703"/>
            <a:ext cx="1456500" cy="875400"/>
          </a:xfrm>
          <a:prstGeom prst="rect">
            <a:avLst/>
          </a:prstGeom>
          <a:noFill/>
          <a:ln>
            <a:noFill/>
          </a:ln>
        </p:spPr>
      </p:sp>
      <p:sp>
        <p:nvSpPr>
          <p:cNvPr id="138" name="Google Shape;138;p15"/>
          <p:cNvSpPr/>
          <p:nvPr>
            <p:ph idx="7" type="pic"/>
          </p:nvPr>
        </p:nvSpPr>
        <p:spPr>
          <a:xfrm>
            <a:off x="4450425" y="2146500"/>
            <a:ext cx="1456500" cy="875400"/>
          </a:xfrm>
          <a:prstGeom prst="rect">
            <a:avLst/>
          </a:prstGeom>
          <a:noFill/>
          <a:ln>
            <a:noFill/>
          </a:ln>
        </p:spPr>
      </p:sp>
      <p:sp>
        <p:nvSpPr>
          <p:cNvPr id="139" name="Google Shape;139;p15"/>
          <p:cNvSpPr/>
          <p:nvPr>
            <p:ph idx="8" type="pic"/>
          </p:nvPr>
        </p:nvSpPr>
        <p:spPr>
          <a:xfrm>
            <a:off x="6006442" y="2146500"/>
            <a:ext cx="1456500" cy="875400"/>
          </a:xfrm>
          <a:prstGeom prst="rect">
            <a:avLst/>
          </a:prstGeom>
          <a:noFill/>
          <a:ln>
            <a:noFill/>
          </a:ln>
        </p:spPr>
      </p:sp>
      <p:sp>
        <p:nvSpPr>
          <p:cNvPr id="140" name="Google Shape;140;p15"/>
          <p:cNvSpPr/>
          <p:nvPr>
            <p:ph idx="9" type="pic"/>
          </p:nvPr>
        </p:nvSpPr>
        <p:spPr>
          <a:xfrm>
            <a:off x="7562471" y="2146500"/>
            <a:ext cx="1456500" cy="875400"/>
          </a:xfrm>
          <a:prstGeom prst="rect">
            <a:avLst/>
          </a:prstGeom>
          <a:noFill/>
          <a:ln>
            <a:noFill/>
          </a:ln>
        </p:spPr>
      </p:sp>
      <p:sp>
        <p:nvSpPr>
          <p:cNvPr id="141" name="Google Shape;141;p15"/>
          <p:cNvSpPr/>
          <p:nvPr>
            <p:ph idx="13" type="pic"/>
          </p:nvPr>
        </p:nvSpPr>
        <p:spPr>
          <a:xfrm>
            <a:off x="4450425" y="3139100"/>
            <a:ext cx="1456500" cy="875400"/>
          </a:xfrm>
          <a:prstGeom prst="rect">
            <a:avLst/>
          </a:prstGeom>
          <a:noFill/>
          <a:ln>
            <a:noFill/>
          </a:ln>
        </p:spPr>
      </p:sp>
      <p:sp>
        <p:nvSpPr>
          <p:cNvPr id="142" name="Google Shape;142;p15"/>
          <p:cNvSpPr/>
          <p:nvPr>
            <p:ph idx="14" type="pic"/>
          </p:nvPr>
        </p:nvSpPr>
        <p:spPr>
          <a:xfrm>
            <a:off x="6006442" y="3139100"/>
            <a:ext cx="1456500" cy="875400"/>
          </a:xfrm>
          <a:prstGeom prst="rect">
            <a:avLst/>
          </a:prstGeom>
          <a:noFill/>
          <a:ln>
            <a:noFill/>
          </a:ln>
        </p:spPr>
      </p:sp>
      <p:sp>
        <p:nvSpPr>
          <p:cNvPr id="143" name="Google Shape;143;p15"/>
          <p:cNvSpPr/>
          <p:nvPr>
            <p:ph idx="15" type="pic"/>
          </p:nvPr>
        </p:nvSpPr>
        <p:spPr>
          <a:xfrm>
            <a:off x="7562471" y="3139100"/>
            <a:ext cx="1456500" cy="875400"/>
          </a:xfrm>
          <a:prstGeom prst="rect">
            <a:avLst/>
          </a:prstGeom>
          <a:noFill/>
          <a:ln>
            <a:noFill/>
          </a:ln>
        </p:spPr>
      </p:sp>
      <p:sp>
        <p:nvSpPr>
          <p:cNvPr id="144" name="Google Shape;144;p15"/>
          <p:cNvSpPr/>
          <p:nvPr>
            <p:ph idx="16" type="pic"/>
          </p:nvPr>
        </p:nvSpPr>
        <p:spPr>
          <a:xfrm>
            <a:off x="4450425" y="4117514"/>
            <a:ext cx="1456500" cy="875400"/>
          </a:xfrm>
          <a:prstGeom prst="rect">
            <a:avLst/>
          </a:prstGeom>
          <a:noFill/>
          <a:ln>
            <a:noFill/>
          </a:ln>
        </p:spPr>
      </p:sp>
      <p:sp>
        <p:nvSpPr>
          <p:cNvPr id="145" name="Google Shape;145;p15"/>
          <p:cNvSpPr/>
          <p:nvPr>
            <p:ph idx="17" type="pic"/>
          </p:nvPr>
        </p:nvSpPr>
        <p:spPr>
          <a:xfrm>
            <a:off x="6006442" y="4117514"/>
            <a:ext cx="1456500" cy="875400"/>
          </a:xfrm>
          <a:prstGeom prst="rect">
            <a:avLst/>
          </a:prstGeom>
          <a:noFill/>
          <a:ln>
            <a:noFill/>
          </a:ln>
        </p:spPr>
      </p:sp>
      <p:sp>
        <p:nvSpPr>
          <p:cNvPr id="146" name="Google Shape;146;p15"/>
          <p:cNvSpPr/>
          <p:nvPr>
            <p:ph idx="18" type="pic"/>
          </p:nvPr>
        </p:nvSpPr>
        <p:spPr>
          <a:xfrm>
            <a:off x="7562471" y="4117514"/>
            <a:ext cx="1456500" cy="875400"/>
          </a:xfrm>
          <a:prstGeom prst="rect">
            <a:avLst/>
          </a:prstGeom>
          <a:noFill/>
          <a:ln>
            <a:noFill/>
          </a:ln>
        </p:spPr>
      </p:sp>
      <p:sp>
        <p:nvSpPr>
          <p:cNvPr id="147" name="Google Shape;147;p15"/>
          <p:cNvSpPr txBox="1"/>
          <p:nvPr>
            <p:ph idx="1" type="body"/>
          </p:nvPr>
        </p:nvSpPr>
        <p:spPr>
          <a:xfrm>
            <a:off x="1758450" y="2884550"/>
            <a:ext cx="2482800" cy="22290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48" name="Google Shape;148;p15"/>
          <p:cNvSpPr txBox="1"/>
          <p:nvPr>
            <p:ph idx="19" type="body"/>
          </p:nvPr>
        </p:nvSpPr>
        <p:spPr>
          <a:xfrm>
            <a:off x="4397802" y="11483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49" name="Google Shape;149;p15"/>
          <p:cNvSpPr/>
          <p:nvPr>
            <p:ph idx="20" type="pic"/>
          </p:nvPr>
        </p:nvSpPr>
        <p:spPr>
          <a:xfrm>
            <a:off x="1897775" y="157275"/>
            <a:ext cx="2284500" cy="1874400"/>
          </a:xfrm>
          <a:prstGeom prst="rect">
            <a:avLst/>
          </a:prstGeom>
          <a:noFill/>
          <a:ln>
            <a:noFill/>
          </a:ln>
        </p:spPr>
      </p:sp>
      <p:sp>
        <p:nvSpPr>
          <p:cNvPr id="150" name="Google Shape;150;p15"/>
          <p:cNvSpPr txBox="1"/>
          <p:nvPr>
            <p:ph idx="21" type="body"/>
          </p:nvPr>
        </p:nvSpPr>
        <p:spPr>
          <a:xfrm>
            <a:off x="1857802" y="11483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1" name="Google Shape;151;p15"/>
          <p:cNvSpPr txBox="1"/>
          <p:nvPr>
            <p:ph idx="22" type="body"/>
          </p:nvPr>
        </p:nvSpPr>
        <p:spPr>
          <a:xfrm>
            <a:off x="5955902" y="11483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2" name="Google Shape;152;p15"/>
          <p:cNvSpPr txBox="1"/>
          <p:nvPr>
            <p:ph idx="23" type="body"/>
          </p:nvPr>
        </p:nvSpPr>
        <p:spPr>
          <a:xfrm>
            <a:off x="4397802" y="1102607"/>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3" name="Google Shape;153;p15"/>
          <p:cNvSpPr txBox="1"/>
          <p:nvPr>
            <p:ph idx="24" type="body"/>
          </p:nvPr>
        </p:nvSpPr>
        <p:spPr>
          <a:xfrm>
            <a:off x="5955902" y="1102607"/>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4" name="Google Shape;154;p15"/>
          <p:cNvSpPr txBox="1"/>
          <p:nvPr>
            <p:ph idx="25" type="body"/>
          </p:nvPr>
        </p:nvSpPr>
        <p:spPr>
          <a:xfrm>
            <a:off x="7514002" y="1102607"/>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5" name="Google Shape;155;p15"/>
          <p:cNvSpPr txBox="1"/>
          <p:nvPr>
            <p:ph idx="26" type="body"/>
          </p:nvPr>
        </p:nvSpPr>
        <p:spPr>
          <a:xfrm>
            <a:off x="4397802" y="209626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6" name="Google Shape;156;p15"/>
          <p:cNvSpPr txBox="1"/>
          <p:nvPr>
            <p:ph idx="27" type="body"/>
          </p:nvPr>
        </p:nvSpPr>
        <p:spPr>
          <a:xfrm>
            <a:off x="5955902" y="209626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7" name="Google Shape;157;p15"/>
          <p:cNvSpPr txBox="1"/>
          <p:nvPr>
            <p:ph idx="28" type="body"/>
          </p:nvPr>
        </p:nvSpPr>
        <p:spPr>
          <a:xfrm>
            <a:off x="7514002" y="209626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8" name="Google Shape;158;p15"/>
          <p:cNvSpPr txBox="1"/>
          <p:nvPr>
            <p:ph idx="29" type="body"/>
          </p:nvPr>
        </p:nvSpPr>
        <p:spPr>
          <a:xfrm>
            <a:off x="4397802" y="308991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59" name="Google Shape;159;p15"/>
          <p:cNvSpPr txBox="1"/>
          <p:nvPr>
            <p:ph idx="30" type="body"/>
          </p:nvPr>
        </p:nvSpPr>
        <p:spPr>
          <a:xfrm>
            <a:off x="5955902" y="308991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60" name="Google Shape;160;p15"/>
          <p:cNvSpPr txBox="1"/>
          <p:nvPr>
            <p:ph idx="31" type="body"/>
          </p:nvPr>
        </p:nvSpPr>
        <p:spPr>
          <a:xfrm>
            <a:off x="7514002" y="308991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61" name="Google Shape;161;p15"/>
          <p:cNvSpPr txBox="1"/>
          <p:nvPr>
            <p:ph idx="32" type="body"/>
          </p:nvPr>
        </p:nvSpPr>
        <p:spPr>
          <a:xfrm>
            <a:off x="4397802" y="4065923"/>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62" name="Google Shape;162;p15"/>
          <p:cNvSpPr txBox="1"/>
          <p:nvPr>
            <p:ph idx="33" type="body"/>
          </p:nvPr>
        </p:nvSpPr>
        <p:spPr>
          <a:xfrm>
            <a:off x="5955902" y="4065923"/>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63" name="Google Shape;163;p15"/>
          <p:cNvSpPr txBox="1"/>
          <p:nvPr>
            <p:ph idx="34" type="body"/>
          </p:nvPr>
        </p:nvSpPr>
        <p:spPr>
          <a:xfrm>
            <a:off x="7514002" y="4065923"/>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64" name="Google Shape;164;p15"/>
          <p:cNvSpPr/>
          <p:nvPr>
            <p:ph idx="35" type="pic"/>
          </p:nvPr>
        </p:nvSpPr>
        <p:spPr>
          <a:xfrm>
            <a:off x="7562471" y="165475"/>
            <a:ext cx="1456500" cy="875400"/>
          </a:xfrm>
          <a:prstGeom prst="rect">
            <a:avLst/>
          </a:prstGeom>
          <a:noFill/>
          <a:ln>
            <a:noFill/>
          </a:ln>
        </p:spPr>
      </p:sp>
      <p:sp>
        <p:nvSpPr>
          <p:cNvPr id="165" name="Google Shape;165;p15"/>
          <p:cNvSpPr txBox="1"/>
          <p:nvPr>
            <p:ph idx="36" type="body"/>
          </p:nvPr>
        </p:nvSpPr>
        <p:spPr>
          <a:xfrm>
            <a:off x="7514002" y="114832"/>
            <a:ext cx="427800" cy="360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66" name="Google Shape;166;p15"/>
          <p:cNvSpPr txBox="1"/>
          <p:nvPr>
            <p:ph idx="37"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cxnSp>
        <p:nvCxnSpPr>
          <p:cNvPr id="167" name="Google Shape;167;p15"/>
          <p:cNvCxnSpPr/>
          <p:nvPr/>
        </p:nvCxnSpPr>
        <p:spPr>
          <a:xfrm rot="10800000">
            <a:off x="17312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168" name="Google Shape;168;p15"/>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169" name="Google Shape;169;p15"/>
          <p:cNvSpPr txBox="1"/>
          <p:nvPr>
            <p:ph idx="38"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pos="144">
          <p15:clr>
            <a:srgbClr val="E46962"/>
          </p15:clr>
        </p15:guide>
        <p15:guide id="2" pos="734">
          <p15:clr>
            <a:srgbClr val="E46962"/>
          </p15:clr>
        </p15:guide>
        <p15:guide id="3" pos="835">
          <p15:clr>
            <a:srgbClr val="E46962"/>
          </p15:clr>
        </p15:guide>
        <p15:guide id="4" pos="1434">
          <p15:clr>
            <a:srgbClr val="E46962"/>
          </p15:clr>
        </p15:guide>
        <p15:guide id="5" pos="1538">
          <p15:clr>
            <a:srgbClr val="E46962"/>
          </p15:clr>
        </p15:guide>
        <p15:guide id="6" pos="2128">
          <p15:clr>
            <a:srgbClr val="E46962"/>
          </p15:clr>
        </p15:guide>
        <p15:guide id="7" pos="2235">
          <p15:clr>
            <a:srgbClr val="E46962"/>
          </p15:clr>
        </p15:guide>
        <p15:guide id="8" pos="2831">
          <p15:clr>
            <a:srgbClr val="E46962"/>
          </p15:clr>
        </p15:guide>
        <p15:guide id="9" pos="2935">
          <p15:clr>
            <a:srgbClr val="E46962"/>
          </p15:clr>
        </p15:guide>
        <p15:guide id="10" pos="3528">
          <p15:clr>
            <a:srgbClr val="E46962"/>
          </p15:clr>
        </p15:guide>
        <p15:guide id="11" pos="3632">
          <p15:clr>
            <a:srgbClr val="E46962"/>
          </p15:clr>
        </p15:guide>
        <p15:guide id="12" pos="4222">
          <p15:clr>
            <a:srgbClr val="E46962"/>
          </p15:clr>
        </p15:guide>
        <p15:guide id="13" pos="4329">
          <p15:clr>
            <a:srgbClr val="E46962"/>
          </p15:clr>
        </p15:guide>
        <p15:guide id="14" pos="4922">
          <p15:clr>
            <a:srgbClr val="E46962"/>
          </p15:clr>
        </p15:guide>
        <p15:guide id="15" pos="5026">
          <p15:clr>
            <a:srgbClr val="E46962"/>
          </p15:clr>
        </p15:guide>
        <p15:guide id="16" pos="5619">
          <p15:clr>
            <a:srgbClr val="E46962"/>
          </p15:clr>
        </p15:guide>
        <p15:guide id="17" orient="horz" pos="144">
          <p15:clr>
            <a:srgbClr val="E46962"/>
          </p15:clr>
        </p15:guide>
        <p15:guide id="18" orient="horz" pos="325">
          <p15:clr>
            <a:srgbClr val="E46962"/>
          </p15:clr>
        </p15:guide>
        <p15:guide id="19" orient="horz" pos="516">
          <p15:clr>
            <a:srgbClr val="E46962"/>
          </p15:clr>
        </p15:guide>
        <p15:guide id="20" orient="horz" pos="884">
          <p15:clr>
            <a:srgbClr val="E46962"/>
          </p15:clr>
        </p15:guide>
        <p15:guide id="21" orient="horz" pos="1250">
          <p15:clr>
            <a:srgbClr val="E46962"/>
          </p15:clr>
        </p15:guide>
        <p15:guide id="22" orient="horz" pos="1620">
          <p15:clr>
            <a:srgbClr val="E46962"/>
          </p15:clr>
        </p15:guide>
        <p15:guide id="23" orient="horz" pos="309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thoughts and notes">
  <p:cSld name="TITLE_AND_BODY_3">
    <p:spTree>
      <p:nvGrpSpPr>
        <p:cNvPr id="170" name="Shape 170"/>
        <p:cNvGrpSpPr/>
        <p:nvPr/>
      </p:nvGrpSpPr>
      <p:grpSpPr>
        <a:xfrm>
          <a:off x="0" y="0"/>
          <a:ext cx="0" cy="0"/>
          <a:chOff x="0" y="0"/>
          <a:chExt cx="0" cy="0"/>
        </a:xfrm>
      </p:grpSpPr>
      <p:cxnSp>
        <p:nvCxnSpPr>
          <p:cNvPr id="171" name="Google Shape;171;p16"/>
          <p:cNvCxnSpPr/>
          <p:nvPr/>
        </p:nvCxnSpPr>
        <p:spPr>
          <a:xfrm rot="10800000">
            <a:off x="1746313"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172" name="Google Shape;172;p16"/>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173" name="Google Shape;173;p16"/>
          <p:cNvSpPr txBox="1"/>
          <p:nvPr>
            <p:ph idx="1" type="body"/>
          </p:nvPr>
        </p:nvSpPr>
        <p:spPr>
          <a:xfrm>
            <a:off x="4421025" y="830987"/>
            <a:ext cx="4460400" cy="1030200"/>
          </a:xfrm>
          <a:prstGeom prst="rect">
            <a:avLst/>
          </a:prstGeom>
        </p:spPr>
        <p:txBody>
          <a:bodyPr anchorCtr="0" anchor="t" bIns="91425" lIns="91425" spcFirstLastPara="1" rIns="91425" wrap="square" tIns="91425">
            <a:noAutofit/>
          </a:bodyPr>
          <a:lstStyle>
            <a:lvl1pPr indent="-311150" lvl="0" marL="457200">
              <a:lnSpc>
                <a:spcPct val="90000"/>
              </a:lnSpc>
              <a:spcBef>
                <a:spcPts val="0"/>
              </a:spcBef>
              <a:spcAft>
                <a:spcPts val="0"/>
              </a:spcAft>
              <a:buClr>
                <a:schemeClr val="dk1"/>
              </a:buClr>
              <a:buSzPts val="1300"/>
              <a:buChar char="●"/>
              <a:defRPr/>
            </a:lvl1pPr>
            <a:lvl2pPr indent="-311150" lvl="1" marL="914400">
              <a:lnSpc>
                <a:spcPct val="90000"/>
              </a:lnSpc>
              <a:spcBef>
                <a:spcPts val="0"/>
              </a:spcBef>
              <a:spcAft>
                <a:spcPts val="0"/>
              </a:spcAft>
              <a:buClr>
                <a:schemeClr val="dk1"/>
              </a:buClr>
              <a:buSzPts val="1300"/>
              <a:buChar char="○"/>
              <a:defRPr/>
            </a:lvl2pPr>
            <a:lvl3pPr indent="-311150" lvl="2" marL="1371600">
              <a:lnSpc>
                <a:spcPct val="90000"/>
              </a:lnSpc>
              <a:spcBef>
                <a:spcPts val="0"/>
              </a:spcBef>
              <a:spcAft>
                <a:spcPts val="0"/>
              </a:spcAft>
              <a:buClr>
                <a:schemeClr val="dk1"/>
              </a:buClr>
              <a:buSzPts val="1300"/>
              <a:buChar char="■"/>
              <a:defRPr/>
            </a:lvl3pPr>
            <a:lvl4pPr indent="-311150" lvl="3" marL="1828800">
              <a:lnSpc>
                <a:spcPct val="90000"/>
              </a:lnSpc>
              <a:spcBef>
                <a:spcPts val="0"/>
              </a:spcBef>
              <a:spcAft>
                <a:spcPts val="0"/>
              </a:spcAft>
              <a:buClr>
                <a:schemeClr val="dk1"/>
              </a:buClr>
              <a:buSzPts val="1300"/>
              <a:buChar char="●"/>
              <a:defRPr/>
            </a:lvl4pPr>
            <a:lvl5pPr indent="-311150" lvl="4" marL="2286000">
              <a:lnSpc>
                <a:spcPct val="90000"/>
              </a:lnSpc>
              <a:spcBef>
                <a:spcPts val="0"/>
              </a:spcBef>
              <a:spcAft>
                <a:spcPts val="0"/>
              </a:spcAft>
              <a:buClr>
                <a:schemeClr val="dk1"/>
              </a:buClr>
              <a:buSzPts val="1300"/>
              <a:buChar char="○"/>
              <a:defRPr/>
            </a:lvl5pPr>
            <a:lvl6pPr indent="-311150" lvl="5" marL="2743200">
              <a:lnSpc>
                <a:spcPct val="90000"/>
              </a:lnSpc>
              <a:spcBef>
                <a:spcPts val="0"/>
              </a:spcBef>
              <a:spcAft>
                <a:spcPts val="0"/>
              </a:spcAft>
              <a:buClr>
                <a:schemeClr val="dk1"/>
              </a:buClr>
              <a:buSzPts val="1300"/>
              <a:buChar char="■"/>
              <a:defRPr/>
            </a:lvl6pPr>
            <a:lvl7pPr indent="-311150" lvl="6" marL="3200400">
              <a:lnSpc>
                <a:spcPct val="90000"/>
              </a:lnSpc>
              <a:spcBef>
                <a:spcPts val="0"/>
              </a:spcBef>
              <a:spcAft>
                <a:spcPts val="0"/>
              </a:spcAft>
              <a:buClr>
                <a:schemeClr val="dk1"/>
              </a:buClr>
              <a:buSzPts val="1300"/>
              <a:buChar char="●"/>
              <a:defRPr/>
            </a:lvl7pPr>
            <a:lvl8pPr indent="-311150" lvl="7" marL="3657600">
              <a:lnSpc>
                <a:spcPct val="90000"/>
              </a:lnSpc>
              <a:spcBef>
                <a:spcPts val="0"/>
              </a:spcBef>
              <a:spcAft>
                <a:spcPts val="0"/>
              </a:spcAft>
              <a:buClr>
                <a:schemeClr val="dk1"/>
              </a:buClr>
              <a:buSzPts val="1300"/>
              <a:buChar char="○"/>
              <a:defRPr/>
            </a:lvl8pPr>
            <a:lvl9pPr indent="-311150" lvl="8" marL="4114800">
              <a:lnSpc>
                <a:spcPct val="90000"/>
              </a:lnSpc>
              <a:spcBef>
                <a:spcPts val="0"/>
              </a:spcBef>
              <a:spcAft>
                <a:spcPts val="0"/>
              </a:spcAft>
              <a:buClr>
                <a:schemeClr val="dk1"/>
              </a:buClr>
              <a:buSzPts val="1300"/>
              <a:buChar char="■"/>
              <a:defRPr/>
            </a:lvl9pPr>
          </a:lstStyle>
          <a:p/>
        </p:txBody>
      </p:sp>
      <p:sp>
        <p:nvSpPr>
          <p:cNvPr id="174" name="Google Shape;174;p16"/>
          <p:cNvSpPr txBox="1"/>
          <p:nvPr>
            <p:ph idx="2" type="subTitle"/>
          </p:nvPr>
        </p:nvSpPr>
        <p:spPr>
          <a:xfrm>
            <a:off x="1851425" y="858175"/>
            <a:ext cx="1928400" cy="946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p:txBody>
      </p:sp>
      <p:sp>
        <p:nvSpPr>
          <p:cNvPr id="175" name="Google Shape;175;p16"/>
          <p:cNvSpPr txBox="1"/>
          <p:nvPr>
            <p:ph idx="3" type="subTitle"/>
          </p:nvPr>
        </p:nvSpPr>
        <p:spPr>
          <a:xfrm>
            <a:off x="1851425" y="2219100"/>
            <a:ext cx="1928400" cy="946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p:txBody>
      </p:sp>
      <p:sp>
        <p:nvSpPr>
          <p:cNvPr id="176" name="Google Shape;176;p16"/>
          <p:cNvSpPr txBox="1"/>
          <p:nvPr>
            <p:ph idx="4" type="subTitle"/>
          </p:nvPr>
        </p:nvSpPr>
        <p:spPr>
          <a:xfrm>
            <a:off x="1851425" y="3565600"/>
            <a:ext cx="1928400" cy="946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p:txBody>
      </p:sp>
      <p:sp>
        <p:nvSpPr>
          <p:cNvPr id="177" name="Google Shape;177;p16"/>
          <p:cNvSpPr txBox="1"/>
          <p:nvPr>
            <p:ph idx="5" type="body"/>
          </p:nvPr>
        </p:nvSpPr>
        <p:spPr>
          <a:xfrm>
            <a:off x="4421025" y="2204687"/>
            <a:ext cx="4460400" cy="1030200"/>
          </a:xfrm>
          <a:prstGeom prst="rect">
            <a:avLst/>
          </a:prstGeom>
        </p:spPr>
        <p:txBody>
          <a:bodyPr anchorCtr="0" anchor="t" bIns="91425" lIns="91425" spcFirstLastPara="1" rIns="91425" wrap="square" tIns="91425">
            <a:noAutofit/>
          </a:bodyPr>
          <a:lstStyle>
            <a:lvl1pPr indent="-311150" lvl="0" marL="457200">
              <a:lnSpc>
                <a:spcPct val="90000"/>
              </a:lnSpc>
              <a:spcBef>
                <a:spcPts val="0"/>
              </a:spcBef>
              <a:spcAft>
                <a:spcPts val="0"/>
              </a:spcAft>
              <a:buClr>
                <a:schemeClr val="dk1"/>
              </a:buClr>
              <a:buSzPts val="1300"/>
              <a:buChar char="●"/>
              <a:defRPr/>
            </a:lvl1pPr>
            <a:lvl2pPr indent="-311150" lvl="1" marL="914400">
              <a:lnSpc>
                <a:spcPct val="90000"/>
              </a:lnSpc>
              <a:spcBef>
                <a:spcPts val="0"/>
              </a:spcBef>
              <a:spcAft>
                <a:spcPts val="0"/>
              </a:spcAft>
              <a:buClr>
                <a:schemeClr val="dk1"/>
              </a:buClr>
              <a:buSzPts val="1300"/>
              <a:buChar char="○"/>
              <a:defRPr/>
            </a:lvl2pPr>
            <a:lvl3pPr indent="-311150" lvl="2" marL="1371600">
              <a:lnSpc>
                <a:spcPct val="90000"/>
              </a:lnSpc>
              <a:spcBef>
                <a:spcPts val="0"/>
              </a:spcBef>
              <a:spcAft>
                <a:spcPts val="0"/>
              </a:spcAft>
              <a:buClr>
                <a:schemeClr val="dk1"/>
              </a:buClr>
              <a:buSzPts val="1300"/>
              <a:buChar char="■"/>
              <a:defRPr/>
            </a:lvl3pPr>
            <a:lvl4pPr indent="-311150" lvl="3" marL="1828800">
              <a:lnSpc>
                <a:spcPct val="90000"/>
              </a:lnSpc>
              <a:spcBef>
                <a:spcPts val="0"/>
              </a:spcBef>
              <a:spcAft>
                <a:spcPts val="0"/>
              </a:spcAft>
              <a:buClr>
                <a:schemeClr val="dk1"/>
              </a:buClr>
              <a:buSzPts val="1300"/>
              <a:buChar char="●"/>
              <a:defRPr/>
            </a:lvl4pPr>
            <a:lvl5pPr indent="-311150" lvl="4" marL="2286000">
              <a:lnSpc>
                <a:spcPct val="90000"/>
              </a:lnSpc>
              <a:spcBef>
                <a:spcPts val="0"/>
              </a:spcBef>
              <a:spcAft>
                <a:spcPts val="0"/>
              </a:spcAft>
              <a:buClr>
                <a:schemeClr val="dk1"/>
              </a:buClr>
              <a:buSzPts val="1300"/>
              <a:buChar char="○"/>
              <a:defRPr/>
            </a:lvl5pPr>
            <a:lvl6pPr indent="-311150" lvl="5" marL="2743200">
              <a:lnSpc>
                <a:spcPct val="90000"/>
              </a:lnSpc>
              <a:spcBef>
                <a:spcPts val="0"/>
              </a:spcBef>
              <a:spcAft>
                <a:spcPts val="0"/>
              </a:spcAft>
              <a:buClr>
                <a:schemeClr val="dk1"/>
              </a:buClr>
              <a:buSzPts val="1300"/>
              <a:buChar char="■"/>
              <a:defRPr/>
            </a:lvl6pPr>
            <a:lvl7pPr indent="-311150" lvl="6" marL="3200400">
              <a:lnSpc>
                <a:spcPct val="90000"/>
              </a:lnSpc>
              <a:spcBef>
                <a:spcPts val="0"/>
              </a:spcBef>
              <a:spcAft>
                <a:spcPts val="0"/>
              </a:spcAft>
              <a:buClr>
                <a:schemeClr val="dk1"/>
              </a:buClr>
              <a:buSzPts val="1300"/>
              <a:buChar char="●"/>
              <a:defRPr/>
            </a:lvl7pPr>
            <a:lvl8pPr indent="-311150" lvl="7" marL="3657600">
              <a:lnSpc>
                <a:spcPct val="90000"/>
              </a:lnSpc>
              <a:spcBef>
                <a:spcPts val="0"/>
              </a:spcBef>
              <a:spcAft>
                <a:spcPts val="0"/>
              </a:spcAft>
              <a:buClr>
                <a:schemeClr val="dk1"/>
              </a:buClr>
              <a:buSzPts val="1300"/>
              <a:buChar char="○"/>
              <a:defRPr/>
            </a:lvl8pPr>
            <a:lvl9pPr indent="-311150" lvl="8" marL="4114800">
              <a:lnSpc>
                <a:spcPct val="90000"/>
              </a:lnSpc>
              <a:spcBef>
                <a:spcPts val="0"/>
              </a:spcBef>
              <a:spcAft>
                <a:spcPts val="0"/>
              </a:spcAft>
              <a:buClr>
                <a:schemeClr val="dk1"/>
              </a:buClr>
              <a:buSzPts val="1300"/>
              <a:buChar char="■"/>
              <a:defRPr/>
            </a:lvl9pPr>
          </a:lstStyle>
          <a:p/>
        </p:txBody>
      </p:sp>
      <p:sp>
        <p:nvSpPr>
          <p:cNvPr id="178" name="Google Shape;178;p16"/>
          <p:cNvSpPr txBox="1"/>
          <p:nvPr>
            <p:ph idx="6" type="body"/>
          </p:nvPr>
        </p:nvSpPr>
        <p:spPr>
          <a:xfrm>
            <a:off x="4421025" y="3523812"/>
            <a:ext cx="4460400" cy="1030200"/>
          </a:xfrm>
          <a:prstGeom prst="rect">
            <a:avLst/>
          </a:prstGeom>
        </p:spPr>
        <p:txBody>
          <a:bodyPr anchorCtr="0" anchor="t" bIns="91425" lIns="91425" spcFirstLastPara="1" rIns="91425" wrap="square" tIns="91425">
            <a:noAutofit/>
          </a:bodyPr>
          <a:lstStyle>
            <a:lvl1pPr indent="-311150" lvl="0" marL="457200">
              <a:lnSpc>
                <a:spcPct val="90000"/>
              </a:lnSpc>
              <a:spcBef>
                <a:spcPts val="0"/>
              </a:spcBef>
              <a:spcAft>
                <a:spcPts val="0"/>
              </a:spcAft>
              <a:buClr>
                <a:schemeClr val="dk1"/>
              </a:buClr>
              <a:buSzPts val="1300"/>
              <a:buChar char="●"/>
              <a:defRPr/>
            </a:lvl1pPr>
            <a:lvl2pPr indent="-311150" lvl="1" marL="914400">
              <a:lnSpc>
                <a:spcPct val="90000"/>
              </a:lnSpc>
              <a:spcBef>
                <a:spcPts val="0"/>
              </a:spcBef>
              <a:spcAft>
                <a:spcPts val="0"/>
              </a:spcAft>
              <a:buClr>
                <a:schemeClr val="dk1"/>
              </a:buClr>
              <a:buSzPts val="1300"/>
              <a:buChar char="○"/>
              <a:defRPr/>
            </a:lvl2pPr>
            <a:lvl3pPr indent="-311150" lvl="2" marL="1371600">
              <a:lnSpc>
                <a:spcPct val="90000"/>
              </a:lnSpc>
              <a:spcBef>
                <a:spcPts val="0"/>
              </a:spcBef>
              <a:spcAft>
                <a:spcPts val="0"/>
              </a:spcAft>
              <a:buClr>
                <a:schemeClr val="dk1"/>
              </a:buClr>
              <a:buSzPts val="1300"/>
              <a:buChar char="■"/>
              <a:defRPr/>
            </a:lvl3pPr>
            <a:lvl4pPr indent="-311150" lvl="3" marL="1828800">
              <a:lnSpc>
                <a:spcPct val="90000"/>
              </a:lnSpc>
              <a:spcBef>
                <a:spcPts val="0"/>
              </a:spcBef>
              <a:spcAft>
                <a:spcPts val="0"/>
              </a:spcAft>
              <a:buClr>
                <a:schemeClr val="dk1"/>
              </a:buClr>
              <a:buSzPts val="1300"/>
              <a:buChar char="●"/>
              <a:defRPr/>
            </a:lvl4pPr>
            <a:lvl5pPr indent="-311150" lvl="4" marL="2286000">
              <a:lnSpc>
                <a:spcPct val="90000"/>
              </a:lnSpc>
              <a:spcBef>
                <a:spcPts val="0"/>
              </a:spcBef>
              <a:spcAft>
                <a:spcPts val="0"/>
              </a:spcAft>
              <a:buClr>
                <a:schemeClr val="dk1"/>
              </a:buClr>
              <a:buSzPts val="1300"/>
              <a:buChar char="○"/>
              <a:defRPr/>
            </a:lvl5pPr>
            <a:lvl6pPr indent="-311150" lvl="5" marL="2743200">
              <a:lnSpc>
                <a:spcPct val="90000"/>
              </a:lnSpc>
              <a:spcBef>
                <a:spcPts val="0"/>
              </a:spcBef>
              <a:spcAft>
                <a:spcPts val="0"/>
              </a:spcAft>
              <a:buClr>
                <a:schemeClr val="dk1"/>
              </a:buClr>
              <a:buSzPts val="1300"/>
              <a:buChar char="■"/>
              <a:defRPr/>
            </a:lvl6pPr>
            <a:lvl7pPr indent="-311150" lvl="6" marL="3200400">
              <a:lnSpc>
                <a:spcPct val="90000"/>
              </a:lnSpc>
              <a:spcBef>
                <a:spcPts val="0"/>
              </a:spcBef>
              <a:spcAft>
                <a:spcPts val="0"/>
              </a:spcAft>
              <a:buClr>
                <a:schemeClr val="dk1"/>
              </a:buClr>
              <a:buSzPts val="1300"/>
              <a:buChar char="●"/>
              <a:defRPr/>
            </a:lvl7pPr>
            <a:lvl8pPr indent="-311150" lvl="7" marL="3657600">
              <a:lnSpc>
                <a:spcPct val="90000"/>
              </a:lnSpc>
              <a:spcBef>
                <a:spcPts val="0"/>
              </a:spcBef>
              <a:spcAft>
                <a:spcPts val="0"/>
              </a:spcAft>
              <a:buClr>
                <a:schemeClr val="dk1"/>
              </a:buClr>
              <a:buSzPts val="1300"/>
              <a:buChar char="○"/>
              <a:defRPr/>
            </a:lvl8pPr>
            <a:lvl9pPr indent="-311150" lvl="8" marL="4114800">
              <a:lnSpc>
                <a:spcPct val="90000"/>
              </a:lnSpc>
              <a:spcBef>
                <a:spcPts val="0"/>
              </a:spcBef>
              <a:spcAft>
                <a:spcPts val="0"/>
              </a:spcAft>
              <a:buClr>
                <a:schemeClr val="dk1"/>
              </a:buClr>
              <a:buSzPts val="1300"/>
              <a:buChar char="■"/>
              <a:defRPr/>
            </a:lvl9pPr>
          </a:lstStyle>
          <a:p/>
        </p:txBody>
      </p:sp>
      <p:sp>
        <p:nvSpPr>
          <p:cNvPr id="179" name="Google Shape;179;p16"/>
          <p:cNvSpPr txBox="1"/>
          <p:nvPr>
            <p:ph idx="7"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180" name="Google Shape;180;p16"/>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1" name="Google Shape;181;p16"/>
          <p:cNvSpPr txBox="1"/>
          <p:nvPr>
            <p:ph idx="8"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extLst>
    <p:ext uri="{DCECCB84-F9BA-43D5-87BE-67443E8EF086}">
      <p15:sldGuideLst>
        <p15:guide id="1" orient="horz" pos="674">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thoughts and notes">
  <p:cSld name="TITLE_AND_BODY_1">
    <p:spTree>
      <p:nvGrpSpPr>
        <p:cNvPr id="182" name="Shape 182"/>
        <p:cNvGrpSpPr/>
        <p:nvPr/>
      </p:nvGrpSpPr>
      <p:grpSpPr>
        <a:xfrm>
          <a:off x="0" y="0"/>
          <a:ext cx="0" cy="0"/>
          <a:chOff x="0" y="0"/>
          <a:chExt cx="0" cy="0"/>
        </a:xfrm>
      </p:grpSpPr>
      <p:cxnSp>
        <p:nvCxnSpPr>
          <p:cNvPr id="183" name="Google Shape;183;p17"/>
          <p:cNvCxnSpPr/>
          <p:nvPr/>
        </p:nvCxnSpPr>
        <p:spPr>
          <a:xfrm rot="10800000">
            <a:off x="1746313"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184" name="Google Shape;184;p17"/>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185" name="Google Shape;185;p17"/>
          <p:cNvSpPr txBox="1"/>
          <p:nvPr>
            <p:ph idx="1" type="body"/>
          </p:nvPr>
        </p:nvSpPr>
        <p:spPr>
          <a:xfrm>
            <a:off x="1816324" y="1248234"/>
            <a:ext cx="2428500" cy="1631100"/>
          </a:xfrm>
          <a:prstGeom prst="rect">
            <a:avLst/>
          </a:prstGeom>
        </p:spPr>
        <p:txBody>
          <a:bodyPr anchorCtr="0" anchor="t" bIns="91425" lIns="91425" spcFirstLastPara="1" rIns="91425" wrap="square" tIns="91425">
            <a:noAutofit/>
          </a:bodyPr>
          <a:lstStyle>
            <a:lvl1pPr indent="-311150" lvl="0" marL="457200">
              <a:lnSpc>
                <a:spcPct val="90000"/>
              </a:lnSpc>
              <a:spcBef>
                <a:spcPts val="0"/>
              </a:spcBef>
              <a:spcAft>
                <a:spcPts val="0"/>
              </a:spcAft>
              <a:buClr>
                <a:schemeClr val="dk1"/>
              </a:buClr>
              <a:buSzPts val="1300"/>
              <a:buChar char="●"/>
              <a:defRPr/>
            </a:lvl1pPr>
            <a:lvl2pPr indent="-311150" lvl="1" marL="914400">
              <a:lnSpc>
                <a:spcPct val="90000"/>
              </a:lnSpc>
              <a:spcBef>
                <a:spcPts val="0"/>
              </a:spcBef>
              <a:spcAft>
                <a:spcPts val="0"/>
              </a:spcAft>
              <a:buClr>
                <a:schemeClr val="dk1"/>
              </a:buClr>
              <a:buSzPts val="1300"/>
              <a:buChar char="○"/>
              <a:defRPr/>
            </a:lvl2pPr>
            <a:lvl3pPr indent="-311150" lvl="2" marL="1371600">
              <a:lnSpc>
                <a:spcPct val="90000"/>
              </a:lnSpc>
              <a:spcBef>
                <a:spcPts val="0"/>
              </a:spcBef>
              <a:spcAft>
                <a:spcPts val="0"/>
              </a:spcAft>
              <a:buClr>
                <a:schemeClr val="dk1"/>
              </a:buClr>
              <a:buSzPts val="1300"/>
              <a:buChar char="■"/>
              <a:defRPr/>
            </a:lvl3pPr>
            <a:lvl4pPr indent="-311150" lvl="3" marL="1828800">
              <a:lnSpc>
                <a:spcPct val="90000"/>
              </a:lnSpc>
              <a:spcBef>
                <a:spcPts val="0"/>
              </a:spcBef>
              <a:spcAft>
                <a:spcPts val="0"/>
              </a:spcAft>
              <a:buClr>
                <a:schemeClr val="dk1"/>
              </a:buClr>
              <a:buSzPts val="1300"/>
              <a:buChar char="●"/>
              <a:defRPr/>
            </a:lvl4pPr>
            <a:lvl5pPr indent="-311150" lvl="4" marL="2286000">
              <a:lnSpc>
                <a:spcPct val="90000"/>
              </a:lnSpc>
              <a:spcBef>
                <a:spcPts val="0"/>
              </a:spcBef>
              <a:spcAft>
                <a:spcPts val="0"/>
              </a:spcAft>
              <a:buClr>
                <a:schemeClr val="dk1"/>
              </a:buClr>
              <a:buSzPts val="1300"/>
              <a:buChar char="○"/>
              <a:defRPr/>
            </a:lvl5pPr>
            <a:lvl6pPr indent="-311150" lvl="5" marL="2743200">
              <a:lnSpc>
                <a:spcPct val="90000"/>
              </a:lnSpc>
              <a:spcBef>
                <a:spcPts val="0"/>
              </a:spcBef>
              <a:spcAft>
                <a:spcPts val="0"/>
              </a:spcAft>
              <a:buClr>
                <a:schemeClr val="dk1"/>
              </a:buClr>
              <a:buSzPts val="1300"/>
              <a:buChar char="■"/>
              <a:defRPr/>
            </a:lvl6pPr>
            <a:lvl7pPr indent="-311150" lvl="6" marL="3200400">
              <a:lnSpc>
                <a:spcPct val="90000"/>
              </a:lnSpc>
              <a:spcBef>
                <a:spcPts val="0"/>
              </a:spcBef>
              <a:spcAft>
                <a:spcPts val="0"/>
              </a:spcAft>
              <a:buClr>
                <a:schemeClr val="dk1"/>
              </a:buClr>
              <a:buSzPts val="1300"/>
              <a:buChar char="●"/>
              <a:defRPr/>
            </a:lvl7pPr>
            <a:lvl8pPr indent="-311150" lvl="7" marL="3657600">
              <a:lnSpc>
                <a:spcPct val="90000"/>
              </a:lnSpc>
              <a:spcBef>
                <a:spcPts val="0"/>
              </a:spcBef>
              <a:spcAft>
                <a:spcPts val="0"/>
              </a:spcAft>
              <a:buClr>
                <a:schemeClr val="dk1"/>
              </a:buClr>
              <a:buSzPts val="1300"/>
              <a:buChar char="○"/>
              <a:defRPr/>
            </a:lvl8pPr>
            <a:lvl9pPr indent="-311150" lvl="8" marL="4114800">
              <a:lnSpc>
                <a:spcPct val="90000"/>
              </a:lnSpc>
              <a:spcBef>
                <a:spcPts val="0"/>
              </a:spcBef>
              <a:spcAft>
                <a:spcPts val="0"/>
              </a:spcAft>
              <a:buClr>
                <a:schemeClr val="dk1"/>
              </a:buClr>
              <a:buSzPts val="1300"/>
              <a:buChar char="■"/>
              <a:defRPr/>
            </a:lvl9pPr>
          </a:lstStyle>
          <a:p/>
        </p:txBody>
      </p:sp>
      <p:sp>
        <p:nvSpPr>
          <p:cNvPr id="186" name="Google Shape;186;p17"/>
          <p:cNvSpPr txBox="1"/>
          <p:nvPr>
            <p:ph idx="2" type="body"/>
          </p:nvPr>
        </p:nvSpPr>
        <p:spPr>
          <a:xfrm>
            <a:off x="1816324" y="3474321"/>
            <a:ext cx="2428500" cy="1631100"/>
          </a:xfrm>
          <a:prstGeom prst="rect">
            <a:avLst/>
          </a:prstGeom>
        </p:spPr>
        <p:txBody>
          <a:bodyPr anchorCtr="0" anchor="t" bIns="91425" lIns="91425" spcFirstLastPara="1" rIns="91425" wrap="square" tIns="91425">
            <a:noAutofit/>
          </a:bodyPr>
          <a:lstStyle>
            <a:lvl1pPr indent="-311150" lvl="0" marL="457200">
              <a:lnSpc>
                <a:spcPct val="90000"/>
              </a:lnSpc>
              <a:spcBef>
                <a:spcPts val="0"/>
              </a:spcBef>
              <a:spcAft>
                <a:spcPts val="0"/>
              </a:spcAft>
              <a:buClr>
                <a:schemeClr val="dk1"/>
              </a:buClr>
              <a:buSzPts val="1300"/>
              <a:buChar char="●"/>
              <a:defRPr/>
            </a:lvl1pPr>
            <a:lvl2pPr indent="-311150" lvl="1" marL="914400">
              <a:lnSpc>
                <a:spcPct val="90000"/>
              </a:lnSpc>
              <a:spcBef>
                <a:spcPts val="0"/>
              </a:spcBef>
              <a:spcAft>
                <a:spcPts val="0"/>
              </a:spcAft>
              <a:buClr>
                <a:schemeClr val="dk1"/>
              </a:buClr>
              <a:buSzPts val="1300"/>
              <a:buChar char="○"/>
              <a:defRPr/>
            </a:lvl2pPr>
            <a:lvl3pPr indent="-311150" lvl="2" marL="1371600">
              <a:lnSpc>
                <a:spcPct val="90000"/>
              </a:lnSpc>
              <a:spcBef>
                <a:spcPts val="0"/>
              </a:spcBef>
              <a:spcAft>
                <a:spcPts val="0"/>
              </a:spcAft>
              <a:buClr>
                <a:schemeClr val="dk1"/>
              </a:buClr>
              <a:buSzPts val="1300"/>
              <a:buChar char="■"/>
              <a:defRPr/>
            </a:lvl3pPr>
            <a:lvl4pPr indent="-311150" lvl="3" marL="1828800">
              <a:lnSpc>
                <a:spcPct val="90000"/>
              </a:lnSpc>
              <a:spcBef>
                <a:spcPts val="0"/>
              </a:spcBef>
              <a:spcAft>
                <a:spcPts val="0"/>
              </a:spcAft>
              <a:buClr>
                <a:schemeClr val="dk1"/>
              </a:buClr>
              <a:buSzPts val="1300"/>
              <a:buChar char="●"/>
              <a:defRPr/>
            </a:lvl4pPr>
            <a:lvl5pPr indent="-311150" lvl="4" marL="2286000">
              <a:lnSpc>
                <a:spcPct val="90000"/>
              </a:lnSpc>
              <a:spcBef>
                <a:spcPts val="0"/>
              </a:spcBef>
              <a:spcAft>
                <a:spcPts val="0"/>
              </a:spcAft>
              <a:buClr>
                <a:schemeClr val="dk1"/>
              </a:buClr>
              <a:buSzPts val="1300"/>
              <a:buChar char="○"/>
              <a:defRPr/>
            </a:lvl5pPr>
            <a:lvl6pPr indent="-311150" lvl="5" marL="2743200">
              <a:lnSpc>
                <a:spcPct val="90000"/>
              </a:lnSpc>
              <a:spcBef>
                <a:spcPts val="0"/>
              </a:spcBef>
              <a:spcAft>
                <a:spcPts val="0"/>
              </a:spcAft>
              <a:buClr>
                <a:schemeClr val="dk1"/>
              </a:buClr>
              <a:buSzPts val="1300"/>
              <a:buChar char="■"/>
              <a:defRPr/>
            </a:lvl6pPr>
            <a:lvl7pPr indent="-311150" lvl="6" marL="3200400">
              <a:lnSpc>
                <a:spcPct val="90000"/>
              </a:lnSpc>
              <a:spcBef>
                <a:spcPts val="0"/>
              </a:spcBef>
              <a:spcAft>
                <a:spcPts val="0"/>
              </a:spcAft>
              <a:buClr>
                <a:schemeClr val="dk1"/>
              </a:buClr>
              <a:buSzPts val="1300"/>
              <a:buChar char="●"/>
              <a:defRPr/>
            </a:lvl7pPr>
            <a:lvl8pPr indent="-311150" lvl="7" marL="3657600">
              <a:lnSpc>
                <a:spcPct val="90000"/>
              </a:lnSpc>
              <a:spcBef>
                <a:spcPts val="0"/>
              </a:spcBef>
              <a:spcAft>
                <a:spcPts val="0"/>
              </a:spcAft>
              <a:buClr>
                <a:schemeClr val="dk1"/>
              </a:buClr>
              <a:buSzPts val="1300"/>
              <a:buChar char="○"/>
              <a:defRPr/>
            </a:lvl8pPr>
            <a:lvl9pPr indent="-311150" lvl="8" marL="4114800">
              <a:lnSpc>
                <a:spcPct val="90000"/>
              </a:lnSpc>
              <a:spcBef>
                <a:spcPts val="0"/>
              </a:spcBef>
              <a:spcAft>
                <a:spcPts val="0"/>
              </a:spcAft>
              <a:buClr>
                <a:schemeClr val="dk1"/>
              </a:buClr>
              <a:buSzPts val="1300"/>
              <a:buChar char="■"/>
              <a:defRPr/>
            </a:lvl9pPr>
          </a:lstStyle>
          <a:p/>
        </p:txBody>
      </p:sp>
      <p:sp>
        <p:nvSpPr>
          <p:cNvPr id="187" name="Google Shape;187;p17"/>
          <p:cNvSpPr txBox="1"/>
          <p:nvPr>
            <p:ph idx="3"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188" name="Google Shape;188;p17"/>
          <p:cNvSpPr txBox="1"/>
          <p:nvPr>
            <p:ph idx="4" type="body"/>
          </p:nvPr>
        </p:nvSpPr>
        <p:spPr>
          <a:xfrm>
            <a:off x="4458000" y="1447600"/>
            <a:ext cx="4333800" cy="3675300"/>
          </a:xfrm>
          <a:prstGeom prst="rect">
            <a:avLst/>
          </a:prstGeom>
        </p:spPr>
        <p:txBody>
          <a:bodyPr anchorCtr="0" anchor="b" bIns="91425" lIns="91425" spcFirstLastPara="1" rIns="91425" wrap="square" tIns="91425">
            <a:noAutofit/>
          </a:bodyPr>
          <a:lstStyle>
            <a:lvl1pPr indent="-342900" lvl="0" marL="457200">
              <a:lnSpc>
                <a:spcPct val="90000"/>
              </a:lnSpc>
              <a:spcBef>
                <a:spcPts val="0"/>
              </a:spcBef>
              <a:spcAft>
                <a:spcPts val="0"/>
              </a:spcAft>
              <a:buClr>
                <a:schemeClr val="dk1"/>
              </a:buClr>
              <a:buSzPts val="1800"/>
              <a:buChar char="●"/>
              <a:defRPr sz="1800"/>
            </a:lvl1pPr>
            <a:lvl2pPr indent="-342900" lvl="1" marL="914400">
              <a:lnSpc>
                <a:spcPct val="90000"/>
              </a:lnSpc>
              <a:spcBef>
                <a:spcPts val="0"/>
              </a:spcBef>
              <a:spcAft>
                <a:spcPts val="0"/>
              </a:spcAft>
              <a:buClr>
                <a:schemeClr val="dk1"/>
              </a:buClr>
              <a:buSzPts val="1800"/>
              <a:buChar char="○"/>
              <a:defRPr sz="1800"/>
            </a:lvl2pPr>
            <a:lvl3pPr indent="-342900" lvl="2" marL="1371600">
              <a:lnSpc>
                <a:spcPct val="90000"/>
              </a:lnSpc>
              <a:spcBef>
                <a:spcPts val="0"/>
              </a:spcBef>
              <a:spcAft>
                <a:spcPts val="0"/>
              </a:spcAft>
              <a:buClr>
                <a:schemeClr val="dk1"/>
              </a:buClr>
              <a:buSzPts val="1800"/>
              <a:buChar char="■"/>
              <a:defRPr sz="1800"/>
            </a:lvl3pPr>
            <a:lvl4pPr indent="-342900" lvl="3" marL="1828800">
              <a:lnSpc>
                <a:spcPct val="90000"/>
              </a:lnSpc>
              <a:spcBef>
                <a:spcPts val="0"/>
              </a:spcBef>
              <a:spcAft>
                <a:spcPts val="0"/>
              </a:spcAft>
              <a:buClr>
                <a:schemeClr val="dk1"/>
              </a:buClr>
              <a:buSzPts val="1800"/>
              <a:buChar char="●"/>
              <a:defRPr sz="1800"/>
            </a:lvl4pPr>
            <a:lvl5pPr indent="-342900" lvl="4" marL="2286000">
              <a:lnSpc>
                <a:spcPct val="90000"/>
              </a:lnSpc>
              <a:spcBef>
                <a:spcPts val="0"/>
              </a:spcBef>
              <a:spcAft>
                <a:spcPts val="0"/>
              </a:spcAft>
              <a:buClr>
                <a:schemeClr val="dk1"/>
              </a:buClr>
              <a:buSzPts val="1800"/>
              <a:buChar char="○"/>
              <a:defRPr sz="1800"/>
            </a:lvl5pPr>
            <a:lvl6pPr indent="-342900" lvl="5" marL="2743200">
              <a:lnSpc>
                <a:spcPct val="90000"/>
              </a:lnSpc>
              <a:spcBef>
                <a:spcPts val="0"/>
              </a:spcBef>
              <a:spcAft>
                <a:spcPts val="0"/>
              </a:spcAft>
              <a:buClr>
                <a:schemeClr val="dk1"/>
              </a:buClr>
              <a:buSzPts val="1800"/>
              <a:buChar char="■"/>
              <a:defRPr sz="1800"/>
            </a:lvl6pPr>
            <a:lvl7pPr indent="-342900" lvl="6" marL="3200400">
              <a:lnSpc>
                <a:spcPct val="90000"/>
              </a:lnSpc>
              <a:spcBef>
                <a:spcPts val="0"/>
              </a:spcBef>
              <a:spcAft>
                <a:spcPts val="0"/>
              </a:spcAft>
              <a:buClr>
                <a:schemeClr val="dk1"/>
              </a:buClr>
              <a:buSzPts val="1800"/>
              <a:buChar char="●"/>
              <a:defRPr sz="1800"/>
            </a:lvl7pPr>
            <a:lvl8pPr indent="-342900" lvl="7" marL="3657600">
              <a:lnSpc>
                <a:spcPct val="90000"/>
              </a:lnSpc>
              <a:spcBef>
                <a:spcPts val="0"/>
              </a:spcBef>
              <a:spcAft>
                <a:spcPts val="0"/>
              </a:spcAft>
              <a:buClr>
                <a:schemeClr val="dk1"/>
              </a:buClr>
              <a:buSzPts val="1800"/>
              <a:buChar char="○"/>
              <a:defRPr sz="1800"/>
            </a:lvl8pPr>
            <a:lvl9pPr indent="-342900" lvl="8" marL="4114800">
              <a:lnSpc>
                <a:spcPct val="90000"/>
              </a:lnSpc>
              <a:spcBef>
                <a:spcPts val="0"/>
              </a:spcBef>
              <a:spcAft>
                <a:spcPts val="0"/>
              </a:spcAft>
              <a:buClr>
                <a:schemeClr val="dk1"/>
              </a:buClr>
              <a:buSzPts val="1800"/>
              <a:buChar char="■"/>
              <a:defRPr sz="1800"/>
            </a:lvl9pPr>
          </a:lstStyle>
          <a:p/>
        </p:txBody>
      </p:sp>
      <p:sp>
        <p:nvSpPr>
          <p:cNvPr id="189" name="Google Shape;189;p17"/>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0" name="Google Shape;190;p17"/>
          <p:cNvSpPr txBox="1"/>
          <p:nvPr>
            <p:ph idx="5"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thoughts and notes">
  <p:cSld name="CUSTOM">
    <p:spTree>
      <p:nvGrpSpPr>
        <p:cNvPr id="191" name="Shape 191"/>
        <p:cNvGrpSpPr/>
        <p:nvPr/>
      </p:nvGrpSpPr>
      <p:grpSpPr>
        <a:xfrm>
          <a:off x="0" y="0"/>
          <a:ext cx="0" cy="0"/>
          <a:chOff x="0" y="0"/>
          <a:chExt cx="0" cy="0"/>
        </a:xfrm>
      </p:grpSpPr>
      <p:cxnSp>
        <p:nvCxnSpPr>
          <p:cNvPr id="192" name="Google Shape;192;p18"/>
          <p:cNvCxnSpPr/>
          <p:nvPr/>
        </p:nvCxnSpPr>
        <p:spPr>
          <a:xfrm rot="10800000">
            <a:off x="1746313"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193" name="Google Shape;193;p18"/>
          <p:cNvCxnSpPr/>
          <p:nvPr/>
        </p:nvCxnSpPr>
        <p:spPr>
          <a:xfrm rot="10800000">
            <a:off x="43132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194" name="Google Shape;194;p18"/>
          <p:cNvSpPr/>
          <p:nvPr>
            <p:ph idx="2" type="pic"/>
          </p:nvPr>
        </p:nvSpPr>
        <p:spPr>
          <a:xfrm>
            <a:off x="4480200" y="2781641"/>
            <a:ext cx="4512000" cy="2223300"/>
          </a:xfrm>
          <a:prstGeom prst="rect">
            <a:avLst/>
          </a:prstGeom>
          <a:noFill/>
          <a:ln>
            <a:noFill/>
          </a:ln>
        </p:spPr>
      </p:sp>
      <p:sp>
        <p:nvSpPr>
          <p:cNvPr id="195" name="Google Shape;195;p18"/>
          <p:cNvSpPr txBox="1"/>
          <p:nvPr>
            <p:ph idx="1" type="body"/>
          </p:nvPr>
        </p:nvSpPr>
        <p:spPr>
          <a:xfrm>
            <a:off x="1812875" y="63925"/>
            <a:ext cx="2428500" cy="5011500"/>
          </a:xfrm>
          <a:prstGeom prst="rect">
            <a:avLst/>
          </a:prstGeom>
        </p:spPr>
        <p:txBody>
          <a:bodyPr anchorCtr="0" anchor="t" bIns="91425" lIns="91425" spcFirstLastPara="1" rIns="91425" wrap="square" tIns="91425">
            <a:noAutofit/>
          </a:bodyPr>
          <a:lstStyle>
            <a:lvl1pPr indent="-342900" lvl="0" marL="457200">
              <a:lnSpc>
                <a:spcPct val="90000"/>
              </a:lnSpc>
              <a:spcBef>
                <a:spcPts val="0"/>
              </a:spcBef>
              <a:spcAft>
                <a:spcPts val="0"/>
              </a:spcAft>
              <a:buClr>
                <a:schemeClr val="dk1"/>
              </a:buClr>
              <a:buSzPts val="1800"/>
              <a:buChar char="●"/>
              <a:defRPr sz="1800"/>
            </a:lvl1pPr>
            <a:lvl2pPr indent="-342900" lvl="1" marL="914400">
              <a:lnSpc>
                <a:spcPct val="90000"/>
              </a:lnSpc>
              <a:spcBef>
                <a:spcPts val="0"/>
              </a:spcBef>
              <a:spcAft>
                <a:spcPts val="0"/>
              </a:spcAft>
              <a:buClr>
                <a:schemeClr val="dk1"/>
              </a:buClr>
              <a:buSzPts val="1800"/>
              <a:buChar char="○"/>
              <a:defRPr sz="1800"/>
            </a:lvl2pPr>
            <a:lvl3pPr indent="-342900" lvl="2" marL="1371600">
              <a:lnSpc>
                <a:spcPct val="90000"/>
              </a:lnSpc>
              <a:spcBef>
                <a:spcPts val="0"/>
              </a:spcBef>
              <a:spcAft>
                <a:spcPts val="0"/>
              </a:spcAft>
              <a:buClr>
                <a:schemeClr val="dk1"/>
              </a:buClr>
              <a:buSzPts val="1800"/>
              <a:buChar char="■"/>
              <a:defRPr sz="1800"/>
            </a:lvl3pPr>
            <a:lvl4pPr indent="-342900" lvl="3" marL="1828800">
              <a:lnSpc>
                <a:spcPct val="90000"/>
              </a:lnSpc>
              <a:spcBef>
                <a:spcPts val="0"/>
              </a:spcBef>
              <a:spcAft>
                <a:spcPts val="0"/>
              </a:spcAft>
              <a:buClr>
                <a:schemeClr val="dk1"/>
              </a:buClr>
              <a:buSzPts val="1800"/>
              <a:buChar char="●"/>
              <a:defRPr sz="1800"/>
            </a:lvl4pPr>
            <a:lvl5pPr indent="-342900" lvl="4" marL="2286000">
              <a:lnSpc>
                <a:spcPct val="90000"/>
              </a:lnSpc>
              <a:spcBef>
                <a:spcPts val="0"/>
              </a:spcBef>
              <a:spcAft>
                <a:spcPts val="0"/>
              </a:spcAft>
              <a:buClr>
                <a:schemeClr val="dk1"/>
              </a:buClr>
              <a:buSzPts val="1800"/>
              <a:buChar char="○"/>
              <a:defRPr sz="1800"/>
            </a:lvl5pPr>
            <a:lvl6pPr indent="-342900" lvl="5" marL="2743200">
              <a:lnSpc>
                <a:spcPct val="90000"/>
              </a:lnSpc>
              <a:spcBef>
                <a:spcPts val="0"/>
              </a:spcBef>
              <a:spcAft>
                <a:spcPts val="0"/>
              </a:spcAft>
              <a:buClr>
                <a:schemeClr val="dk1"/>
              </a:buClr>
              <a:buSzPts val="1800"/>
              <a:buChar char="■"/>
              <a:defRPr sz="1800"/>
            </a:lvl6pPr>
            <a:lvl7pPr indent="-342900" lvl="6" marL="3200400">
              <a:lnSpc>
                <a:spcPct val="90000"/>
              </a:lnSpc>
              <a:spcBef>
                <a:spcPts val="0"/>
              </a:spcBef>
              <a:spcAft>
                <a:spcPts val="0"/>
              </a:spcAft>
              <a:buClr>
                <a:schemeClr val="dk1"/>
              </a:buClr>
              <a:buSzPts val="1800"/>
              <a:buChar char="●"/>
              <a:defRPr sz="1800"/>
            </a:lvl7pPr>
            <a:lvl8pPr indent="-342900" lvl="7" marL="3657600">
              <a:lnSpc>
                <a:spcPct val="90000"/>
              </a:lnSpc>
              <a:spcBef>
                <a:spcPts val="0"/>
              </a:spcBef>
              <a:spcAft>
                <a:spcPts val="0"/>
              </a:spcAft>
              <a:buClr>
                <a:schemeClr val="dk1"/>
              </a:buClr>
              <a:buSzPts val="1800"/>
              <a:buChar char="○"/>
              <a:defRPr sz="1800"/>
            </a:lvl8pPr>
            <a:lvl9pPr indent="-342900" lvl="8" marL="4114800">
              <a:lnSpc>
                <a:spcPct val="90000"/>
              </a:lnSpc>
              <a:spcBef>
                <a:spcPts val="0"/>
              </a:spcBef>
              <a:spcAft>
                <a:spcPts val="0"/>
              </a:spcAft>
              <a:buClr>
                <a:schemeClr val="dk1"/>
              </a:buClr>
              <a:buSzPts val="1800"/>
              <a:buChar char="■"/>
              <a:defRPr sz="1800"/>
            </a:lvl9pPr>
          </a:lstStyle>
          <a:p/>
        </p:txBody>
      </p:sp>
      <p:sp>
        <p:nvSpPr>
          <p:cNvPr id="196" name="Google Shape;196;p18"/>
          <p:cNvSpPr txBox="1"/>
          <p:nvPr>
            <p:ph idx="3" type="body"/>
          </p:nvPr>
        </p:nvSpPr>
        <p:spPr>
          <a:xfrm>
            <a:off x="4425775" y="261030"/>
            <a:ext cx="2047500" cy="163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Char char="●"/>
              <a:defRPr sz="900"/>
            </a:lvl1pPr>
            <a:lvl2pPr indent="-285750" lvl="1" marL="914400">
              <a:spcBef>
                <a:spcPts val="0"/>
              </a:spcBef>
              <a:spcAft>
                <a:spcPts val="0"/>
              </a:spcAft>
              <a:buClr>
                <a:schemeClr val="dk1"/>
              </a:buClr>
              <a:buSzPts val="900"/>
              <a:buChar char="○"/>
              <a:defRPr sz="900"/>
            </a:lvl2pPr>
            <a:lvl3pPr indent="-285750" lvl="2" marL="1371600">
              <a:spcBef>
                <a:spcPts val="0"/>
              </a:spcBef>
              <a:spcAft>
                <a:spcPts val="0"/>
              </a:spcAft>
              <a:buClr>
                <a:schemeClr val="dk1"/>
              </a:buClr>
              <a:buSzPts val="900"/>
              <a:buChar char="■"/>
              <a:defRPr sz="900"/>
            </a:lvl3pPr>
            <a:lvl4pPr indent="-285750" lvl="3" marL="1828800">
              <a:spcBef>
                <a:spcPts val="0"/>
              </a:spcBef>
              <a:spcAft>
                <a:spcPts val="0"/>
              </a:spcAft>
              <a:buClr>
                <a:schemeClr val="dk1"/>
              </a:buClr>
              <a:buSzPts val="900"/>
              <a:buChar char="●"/>
              <a:defRPr sz="900"/>
            </a:lvl4pPr>
            <a:lvl5pPr indent="-285750" lvl="4" marL="2286000">
              <a:spcBef>
                <a:spcPts val="0"/>
              </a:spcBef>
              <a:spcAft>
                <a:spcPts val="0"/>
              </a:spcAft>
              <a:buClr>
                <a:schemeClr val="dk1"/>
              </a:buClr>
              <a:buSzPts val="900"/>
              <a:buChar char="○"/>
              <a:defRPr sz="900"/>
            </a:lvl5pPr>
            <a:lvl6pPr indent="-285750" lvl="5" marL="2743200">
              <a:spcBef>
                <a:spcPts val="0"/>
              </a:spcBef>
              <a:spcAft>
                <a:spcPts val="0"/>
              </a:spcAft>
              <a:buClr>
                <a:schemeClr val="dk1"/>
              </a:buClr>
              <a:buSzPts val="900"/>
              <a:buChar char="■"/>
              <a:defRPr sz="900"/>
            </a:lvl6pPr>
            <a:lvl7pPr indent="-285750" lvl="6" marL="3200400">
              <a:spcBef>
                <a:spcPts val="0"/>
              </a:spcBef>
              <a:spcAft>
                <a:spcPts val="0"/>
              </a:spcAft>
              <a:buClr>
                <a:schemeClr val="dk1"/>
              </a:buClr>
              <a:buSzPts val="900"/>
              <a:buChar char="●"/>
              <a:defRPr sz="900"/>
            </a:lvl7pPr>
            <a:lvl8pPr indent="-285750" lvl="7" marL="3657600">
              <a:spcBef>
                <a:spcPts val="0"/>
              </a:spcBef>
              <a:spcAft>
                <a:spcPts val="0"/>
              </a:spcAft>
              <a:buClr>
                <a:schemeClr val="dk1"/>
              </a:buClr>
              <a:buSzPts val="900"/>
              <a:buChar char="○"/>
              <a:defRPr sz="900"/>
            </a:lvl8pPr>
            <a:lvl9pPr indent="-285750" lvl="8" marL="4114800">
              <a:spcBef>
                <a:spcPts val="0"/>
              </a:spcBef>
              <a:spcAft>
                <a:spcPts val="0"/>
              </a:spcAft>
              <a:buClr>
                <a:schemeClr val="dk1"/>
              </a:buClr>
              <a:buSzPts val="900"/>
              <a:buChar char="■"/>
              <a:defRPr sz="900"/>
            </a:lvl9pPr>
          </a:lstStyle>
          <a:p/>
        </p:txBody>
      </p:sp>
      <p:sp>
        <p:nvSpPr>
          <p:cNvPr id="197" name="Google Shape;197;p18"/>
          <p:cNvSpPr txBox="1"/>
          <p:nvPr>
            <p:ph idx="4" type="body"/>
          </p:nvPr>
        </p:nvSpPr>
        <p:spPr>
          <a:xfrm>
            <a:off x="4425775" y="49900"/>
            <a:ext cx="2047500" cy="3075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198" name="Google Shape;198;p18"/>
          <p:cNvSpPr txBox="1"/>
          <p:nvPr>
            <p:ph idx="5" type="body"/>
          </p:nvPr>
        </p:nvSpPr>
        <p:spPr>
          <a:xfrm>
            <a:off x="6677959" y="261030"/>
            <a:ext cx="2047500" cy="163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Char char="●"/>
              <a:defRPr sz="900"/>
            </a:lvl1pPr>
            <a:lvl2pPr indent="-285750" lvl="1" marL="914400">
              <a:spcBef>
                <a:spcPts val="0"/>
              </a:spcBef>
              <a:spcAft>
                <a:spcPts val="0"/>
              </a:spcAft>
              <a:buClr>
                <a:schemeClr val="dk1"/>
              </a:buClr>
              <a:buSzPts val="900"/>
              <a:buChar char="○"/>
              <a:defRPr sz="900"/>
            </a:lvl2pPr>
            <a:lvl3pPr indent="-285750" lvl="2" marL="1371600">
              <a:spcBef>
                <a:spcPts val="0"/>
              </a:spcBef>
              <a:spcAft>
                <a:spcPts val="0"/>
              </a:spcAft>
              <a:buClr>
                <a:schemeClr val="dk1"/>
              </a:buClr>
              <a:buSzPts val="900"/>
              <a:buChar char="■"/>
              <a:defRPr sz="900"/>
            </a:lvl3pPr>
            <a:lvl4pPr indent="-285750" lvl="3" marL="1828800">
              <a:spcBef>
                <a:spcPts val="0"/>
              </a:spcBef>
              <a:spcAft>
                <a:spcPts val="0"/>
              </a:spcAft>
              <a:buClr>
                <a:schemeClr val="dk1"/>
              </a:buClr>
              <a:buSzPts val="900"/>
              <a:buChar char="●"/>
              <a:defRPr sz="900"/>
            </a:lvl4pPr>
            <a:lvl5pPr indent="-285750" lvl="4" marL="2286000">
              <a:spcBef>
                <a:spcPts val="0"/>
              </a:spcBef>
              <a:spcAft>
                <a:spcPts val="0"/>
              </a:spcAft>
              <a:buClr>
                <a:schemeClr val="dk1"/>
              </a:buClr>
              <a:buSzPts val="900"/>
              <a:buChar char="○"/>
              <a:defRPr sz="900"/>
            </a:lvl5pPr>
            <a:lvl6pPr indent="-285750" lvl="5" marL="2743200">
              <a:spcBef>
                <a:spcPts val="0"/>
              </a:spcBef>
              <a:spcAft>
                <a:spcPts val="0"/>
              </a:spcAft>
              <a:buClr>
                <a:schemeClr val="dk1"/>
              </a:buClr>
              <a:buSzPts val="900"/>
              <a:buChar char="■"/>
              <a:defRPr sz="900"/>
            </a:lvl6pPr>
            <a:lvl7pPr indent="-285750" lvl="6" marL="3200400">
              <a:spcBef>
                <a:spcPts val="0"/>
              </a:spcBef>
              <a:spcAft>
                <a:spcPts val="0"/>
              </a:spcAft>
              <a:buClr>
                <a:schemeClr val="dk1"/>
              </a:buClr>
              <a:buSzPts val="900"/>
              <a:buChar char="●"/>
              <a:defRPr sz="900"/>
            </a:lvl7pPr>
            <a:lvl8pPr indent="-285750" lvl="7" marL="3657600">
              <a:spcBef>
                <a:spcPts val="0"/>
              </a:spcBef>
              <a:spcAft>
                <a:spcPts val="0"/>
              </a:spcAft>
              <a:buClr>
                <a:schemeClr val="dk1"/>
              </a:buClr>
              <a:buSzPts val="900"/>
              <a:buChar char="○"/>
              <a:defRPr sz="900"/>
            </a:lvl8pPr>
            <a:lvl9pPr indent="-285750" lvl="8" marL="4114800">
              <a:spcBef>
                <a:spcPts val="0"/>
              </a:spcBef>
              <a:spcAft>
                <a:spcPts val="0"/>
              </a:spcAft>
              <a:buClr>
                <a:schemeClr val="dk1"/>
              </a:buClr>
              <a:buSzPts val="900"/>
              <a:buChar char="■"/>
              <a:defRPr sz="900"/>
            </a:lvl9pPr>
          </a:lstStyle>
          <a:p/>
        </p:txBody>
      </p:sp>
      <p:sp>
        <p:nvSpPr>
          <p:cNvPr id="199" name="Google Shape;199;p18"/>
          <p:cNvSpPr txBox="1"/>
          <p:nvPr>
            <p:ph idx="6" type="body"/>
          </p:nvPr>
        </p:nvSpPr>
        <p:spPr>
          <a:xfrm>
            <a:off x="6677959" y="49900"/>
            <a:ext cx="2047500" cy="3075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1pPr>
            <a:lvl2pPr indent="-285750" lvl="1" marL="914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2pPr>
            <a:lvl3pPr indent="-285750" lvl="2" marL="1371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3pPr>
            <a:lvl4pPr indent="-285750" lvl="3" marL="1828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4pPr>
            <a:lvl5pPr indent="-285750" lvl="4" marL="22860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5pPr>
            <a:lvl6pPr indent="-285750" lvl="5" marL="27432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6pPr>
            <a:lvl7pPr indent="-285750" lvl="6" marL="32004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7pPr>
            <a:lvl8pPr indent="-285750" lvl="7" marL="36576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8pPr>
            <a:lvl9pPr indent="-285750" lvl="8" marL="4114800">
              <a:spcBef>
                <a:spcPts val="0"/>
              </a:spcBef>
              <a:spcAft>
                <a:spcPts val="0"/>
              </a:spcAft>
              <a:buClr>
                <a:schemeClr val="dk1"/>
              </a:buClr>
              <a:buSzPts val="900"/>
              <a:buFont typeface="Helvetica Neue"/>
              <a:buChar char="■"/>
              <a:defRPr b="1" sz="900">
                <a:latin typeface="Helvetica Neue"/>
                <a:ea typeface="Helvetica Neue"/>
                <a:cs typeface="Helvetica Neue"/>
                <a:sym typeface="Helvetica Neue"/>
              </a:defRPr>
            </a:lvl9pPr>
          </a:lstStyle>
          <a:p/>
        </p:txBody>
      </p:sp>
      <p:sp>
        <p:nvSpPr>
          <p:cNvPr id="200" name="Google Shape;200;p18"/>
          <p:cNvSpPr txBox="1"/>
          <p:nvPr>
            <p:ph idx="7" type="body"/>
          </p:nvPr>
        </p:nvSpPr>
        <p:spPr>
          <a:xfrm>
            <a:off x="71768" y="4769989"/>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
        <p:nvSpPr>
          <p:cNvPr id="201" name="Google Shape;201;p18"/>
          <p:cNvSpPr txBox="1"/>
          <p:nvPr>
            <p:ph idx="12" type="sldNum"/>
          </p:nvPr>
        </p:nvSpPr>
        <p:spPr>
          <a:xfrm>
            <a:off x="8540361" y="41873"/>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2" name="Google Shape;202;p18"/>
          <p:cNvSpPr txBox="1"/>
          <p:nvPr>
            <p:ph idx="8" type="body"/>
          </p:nvPr>
        </p:nvSpPr>
        <p:spPr>
          <a:xfrm>
            <a:off x="71768" y="41864"/>
            <a:ext cx="1536300" cy="3075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1pPr>
            <a:lvl2pPr indent="-311150" lvl="1" marL="914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2pPr>
            <a:lvl3pPr indent="-311150" lvl="2" marL="1371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3pPr>
            <a:lvl4pPr indent="-311150" lvl="3" marL="1828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4pPr>
            <a:lvl5pPr indent="-311150" lvl="4" marL="22860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5pPr>
            <a:lvl6pPr indent="-311150" lvl="5" marL="27432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6pPr>
            <a:lvl7pPr indent="-311150" lvl="6" marL="32004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7pPr>
            <a:lvl8pPr indent="-311150" lvl="7" marL="36576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8pPr>
            <a:lvl9pPr indent="-311150" lvl="8" marL="4114800">
              <a:lnSpc>
                <a:spcPct val="80000"/>
              </a:lnSpc>
              <a:spcBef>
                <a:spcPts val="0"/>
              </a:spcBef>
              <a:spcAft>
                <a:spcPts val="0"/>
              </a:spcAft>
              <a:buClr>
                <a:schemeClr val="dk1"/>
              </a:buClr>
              <a:buSzPts val="1300"/>
              <a:buFont typeface="Helvetica Neue"/>
              <a:buChar char="■"/>
              <a:defRPr>
                <a:latin typeface="Helvetica Neue"/>
                <a:ea typeface="Helvetica Neue"/>
                <a:cs typeface="Helvetica Neue"/>
                <a:sym typeface="Helvetica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over">
  <p:cSld name="CUSTOM_1">
    <p:bg>
      <p:bgPr>
        <a:solidFill>
          <a:schemeClr val="lt2"/>
        </a:solidFill>
      </p:bgPr>
    </p:bg>
    <p:spTree>
      <p:nvGrpSpPr>
        <p:cNvPr id="203" name="Shape 203"/>
        <p:cNvGrpSpPr/>
        <p:nvPr/>
      </p:nvGrpSpPr>
      <p:grpSpPr>
        <a:xfrm>
          <a:off x="0" y="0"/>
          <a:ext cx="0" cy="0"/>
          <a:chOff x="0" y="0"/>
          <a:chExt cx="0" cy="0"/>
        </a:xfrm>
      </p:grpSpPr>
      <p:cxnSp>
        <p:nvCxnSpPr>
          <p:cNvPr id="204" name="Google Shape;204;p19"/>
          <p:cNvCxnSpPr/>
          <p:nvPr/>
        </p:nvCxnSpPr>
        <p:spPr>
          <a:xfrm rot="10800000">
            <a:off x="4313279" y="66000"/>
            <a:ext cx="0" cy="5011500"/>
          </a:xfrm>
          <a:prstGeom prst="straightConnector1">
            <a:avLst/>
          </a:prstGeom>
          <a:noFill/>
          <a:ln cap="flat" cmpd="sng" w="19050">
            <a:solidFill>
              <a:schemeClr val="dk2"/>
            </a:solidFill>
            <a:prstDash val="solid"/>
            <a:round/>
            <a:headEnd len="med" w="med" type="none"/>
            <a:tailEnd len="med" w="med" type="none"/>
          </a:ln>
        </p:spPr>
      </p:cxnSp>
      <p:sp>
        <p:nvSpPr>
          <p:cNvPr id="205" name="Google Shape;205;p19"/>
          <p:cNvSpPr txBox="1"/>
          <p:nvPr>
            <p:ph type="title"/>
          </p:nvPr>
        </p:nvSpPr>
        <p:spPr>
          <a:xfrm>
            <a:off x="4430121" y="-16450"/>
            <a:ext cx="4630500" cy="264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
        <p:nvSpPr>
          <p:cNvPr id="206" name="Google Shape;206;p19"/>
          <p:cNvSpPr txBox="1"/>
          <p:nvPr>
            <p:ph idx="1" type="body"/>
          </p:nvPr>
        </p:nvSpPr>
        <p:spPr>
          <a:xfrm>
            <a:off x="4447610" y="4714950"/>
            <a:ext cx="1828500" cy="338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207" name="Google Shape;207;p19"/>
          <p:cNvSpPr txBox="1"/>
          <p:nvPr>
            <p:ph idx="2" type="body"/>
          </p:nvPr>
        </p:nvSpPr>
        <p:spPr>
          <a:xfrm>
            <a:off x="7208180" y="4714950"/>
            <a:ext cx="1828500" cy="338400"/>
          </a:xfrm>
          <a:prstGeom prst="rect">
            <a:avLst/>
          </a:prstGeom>
        </p:spPr>
        <p:txBody>
          <a:bodyPr anchorCtr="0" anchor="t" bIns="91425" lIns="91425" spcFirstLastPara="1" rIns="91425" wrap="square" tIns="91425">
            <a:noAutofit/>
          </a:bodyPr>
          <a:lstStyle>
            <a:lvl1pPr indent="-311150" lvl="0" marL="4572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lgn="r">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208" name="Google Shape;208;p19"/>
          <p:cNvSpPr/>
          <p:nvPr>
            <p:ph idx="3" type="pic"/>
          </p:nvPr>
        </p:nvSpPr>
        <p:spPr>
          <a:xfrm>
            <a:off x="118850" y="109450"/>
            <a:ext cx="4058400" cy="4870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209" name="Shape 20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_1">
    <p:bg>
      <p:bgPr>
        <a:solidFill>
          <a:schemeClr val="lt2"/>
        </a:solidFill>
      </p:bgPr>
    </p:bg>
    <p:spTree>
      <p:nvGrpSpPr>
        <p:cNvPr id="210" name="Shape 210"/>
        <p:cNvGrpSpPr/>
        <p:nvPr/>
      </p:nvGrpSpPr>
      <p:grpSpPr>
        <a:xfrm>
          <a:off x="0" y="0"/>
          <a:ext cx="0" cy="0"/>
          <a:chOff x="0" y="0"/>
          <a:chExt cx="0" cy="0"/>
        </a:xfrm>
      </p:grpSpPr>
      <p:sp>
        <p:nvSpPr>
          <p:cNvPr id="211" name="Google Shape;211;p21"/>
          <p:cNvSpPr txBox="1"/>
          <p:nvPr>
            <p:ph type="title"/>
          </p:nvPr>
        </p:nvSpPr>
        <p:spPr>
          <a:xfrm>
            <a:off x="73150" y="-16450"/>
            <a:ext cx="5203500" cy="2816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
        <p:nvSpPr>
          <p:cNvPr id="212" name="Google Shape;212;p21"/>
          <p:cNvSpPr txBox="1"/>
          <p:nvPr>
            <p:ph idx="1" type="subTitle"/>
          </p:nvPr>
        </p:nvSpPr>
        <p:spPr>
          <a:xfrm>
            <a:off x="73150" y="4099225"/>
            <a:ext cx="4717800" cy="9468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2"/>
              </a:buClr>
              <a:buSzPts val="3600"/>
              <a:buNone/>
              <a:defRPr>
                <a:solidFill>
                  <a:schemeClr val="dk2"/>
                </a:solidFill>
              </a:defRPr>
            </a:lvl1pPr>
            <a:lvl2pPr lvl="1">
              <a:lnSpc>
                <a:spcPct val="80000"/>
              </a:lnSpc>
              <a:spcBef>
                <a:spcPts val="0"/>
              </a:spcBef>
              <a:spcAft>
                <a:spcPts val="0"/>
              </a:spcAft>
              <a:buClr>
                <a:schemeClr val="dk2"/>
              </a:buClr>
              <a:buSzPts val="3600"/>
              <a:buNone/>
              <a:defRPr>
                <a:solidFill>
                  <a:schemeClr val="dk2"/>
                </a:solidFill>
              </a:defRPr>
            </a:lvl2pPr>
            <a:lvl3pPr lvl="2">
              <a:lnSpc>
                <a:spcPct val="80000"/>
              </a:lnSpc>
              <a:spcBef>
                <a:spcPts val="0"/>
              </a:spcBef>
              <a:spcAft>
                <a:spcPts val="0"/>
              </a:spcAft>
              <a:buClr>
                <a:schemeClr val="dk2"/>
              </a:buClr>
              <a:buSzPts val="3600"/>
              <a:buNone/>
              <a:defRPr>
                <a:solidFill>
                  <a:schemeClr val="dk2"/>
                </a:solidFill>
              </a:defRPr>
            </a:lvl3pPr>
            <a:lvl4pPr lvl="3">
              <a:lnSpc>
                <a:spcPct val="80000"/>
              </a:lnSpc>
              <a:spcBef>
                <a:spcPts val="0"/>
              </a:spcBef>
              <a:spcAft>
                <a:spcPts val="0"/>
              </a:spcAft>
              <a:buClr>
                <a:schemeClr val="dk2"/>
              </a:buClr>
              <a:buSzPts val="3600"/>
              <a:buNone/>
              <a:defRPr>
                <a:solidFill>
                  <a:schemeClr val="dk2"/>
                </a:solidFill>
              </a:defRPr>
            </a:lvl4pPr>
            <a:lvl5pPr lvl="4">
              <a:lnSpc>
                <a:spcPct val="80000"/>
              </a:lnSpc>
              <a:spcBef>
                <a:spcPts val="0"/>
              </a:spcBef>
              <a:spcAft>
                <a:spcPts val="0"/>
              </a:spcAft>
              <a:buClr>
                <a:schemeClr val="dk2"/>
              </a:buClr>
              <a:buSzPts val="3600"/>
              <a:buNone/>
              <a:defRPr>
                <a:solidFill>
                  <a:schemeClr val="dk2"/>
                </a:solidFill>
              </a:defRPr>
            </a:lvl5pPr>
            <a:lvl6pPr lvl="5">
              <a:lnSpc>
                <a:spcPct val="80000"/>
              </a:lnSpc>
              <a:spcBef>
                <a:spcPts val="0"/>
              </a:spcBef>
              <a:spcAft>
                <a:spcPts val="0"/>
              </a:spcAft>
              <a:buClr>
                <a:schemeClr val="dk2"/>
              </a:buClr>
              <a:buSzPts val="3600"/>
              <a:buNone/>
              <a:defRPr>
                <a:solidFill>
                  <a:schemeClr val="dk2"/>
                </a:solidFill>
              </a:defRPr>
            </a:lvl6pPr>
            <a:lvl7pPr lvl="6">
              <a:lnSpc>
                <a:spcPct val="80000"/>
              </a:lnSpc>
              <a:spcBef>
                <a:spcPts val="0"/>
              </a:spcBef>
              <a:spcAft>
                <a:spcPts val="0"/>
              </a:spcAft>
              <a:buClr>
                <a:schemeClr val="dk2"/>
              </a:buClr>
              <a:buSzPts val="3600"/>
              <a:buNone/>
              <a:defRPr>
                <a:solidFill>
                  <a:schemeClr val="dk2"/>
                </a:solidFill>
              </a:defRPr>
            </a:lvl7pPr>
            <a:lvl8pPr lvl="7">
              <a:lnSpc>
                <a:spcPct val="80000"/>
              </a:lnSpc>
              <a:spcBef>
                <a:spcPts val="0"/>
              </a:spcBef>
              <a:spcAft>
                <a:spcPts val="0"/>
              </a:spcAft>
              <a:buClr>
                <a:schemeClr val="dk2"/>
              </a:buClr>
              <a:buSzPts val="3600"/>
              <a:buNone/>
              <a:defRPr>
                <a:solidFill>
                  <a:schemeClr val="dk2"/>
                </a:solidFill>
              </a:defRPr>
            </a:lvl8pPr>
            <a:lvl9pPr lvl="8">
              <a:lnSpc>
                <a:spcPct val="80000"/>
              </a:lnSpc>
              <a:spcBef>
                <a:spcPts val="0"/>
              </a:spcBef>
              <a:spcAft>
                <a:spcPts val="0"/>
              </a:spcAft>
              <a:buClr>
                <a:schemeClr val="dk2"/>
              </a:buClr>
              <a:buSzPts val="3600"/>
              <a:buNone/>
              <a:defRPr>
                <a:solidFill>
                  <a:schemeClr val="dk2"/>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TITLE_1">
    <p:bg>
      <p:bgPr>
        <a:solidFill>
          <a:schemeClr val="lt2"/>
        </a:solidFill>
      </p:bgPr>
    </p:bg>
    <p:spTree>
      <p:nvGrpSpPr>
        <p:cNvPr id="213" name="Shape 213"/>
        <p:cNvGrpSpPr/>
        <p:nvPr/>
      </p:nvGrpSpPr>
      <p:grpSpPr>
        <a:xfrm>
          <a:off x="0" y="0"/>
          <a:ext cx="0" cy="0"/>
          <a:chOff x="0" y="0"/>
          <a:chExt cx="0" cy="0"/>
        </a:xfrm>
      </p:grpSpPr>
      <p:sp>
        <p:nvSpPr>
          <p:cNvPr id="214" name="Google Shape;214;p22"/>
          <p:cNvSpPr txBox="1"/>
          <p:nvPr>
            <p:ph type="title"/>
          </p:nvPr>
        </p:nvSpPr>
        <p:spPr>
          <a:xfrm>
            <a:off x="73146" y="-16450"/>
            <a:ext cx="4630500" cy="264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SECTION_HEADER_2_3">
    <p:spTree>
      <p:nvGrpSpPr>
        <p:cNvPr id="215" name="Shape 215"/>
        <p:cNvGrpSpPr/>
        <p:nvPr/>
      </p:nvGrpSpPr>
      <p:grpSpPr>
        <a:xfrm>
          <a:off x="0" y="0"/>
          <a:ext cx="0" cy="0"/>
          <a:chOff x="0" y="0"/>
          <a:chExt cx="0" cy="0"/>
        </a:xfrm>
      </p:grpSpPr>
      <p:sp>
        <p:nvSpPr>
          <p:cNvPr id="216" name="Google Shape;216;p23"/>
          <p:cNvSpPr txBox="1"/>
          <p:nvPr>
            <p:ph idx="1" type="body"/>
          </p:nvPr>
        </p:nvSpPr>
        <p:spPr>
          <a:xfrm>
            <a:off x="73150" y="1889025"/>
            <a:ext cx="5068800" cy="17127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17" name="Google Shape;217;p23"/>
          <p:cNvSpPr txBox="1"/>
          <p:nvPr>
            <p:ph type="title"/>
          </p:nvPr>
        </p:nvSpPr>
        <p:spPr>
          <a:xfrm>
            <a:off x="73150" y="-16450"/>
            <a:ext cx="5068800" cy="1670700"/>
          </a:xfrm>
          <a:prstGeom prst="rect">
            <a:avLst/>
          </a:prstGeom>
        </p:spPr>
        <p:txBody>
          <a:bodyPr anchorCtr="0" anchor="t" bIns="91425" lIns="91425" spcFirstLastPara="1" rIns="91425" wrap="square" tIns="91425">
            <a:noAutofit/>
          </a:bodyPr>
          <a:lstStyle>
            <a:lvl1pPr lvl="0">
              <a:spcBef>
                <a:spcPts val="0"/>
              </a:spcBef>
              <a:spcAft>
                <a:spcPts val="0"/>
              </a:spcAft>
              <a:buSzPts val="6500"/>
              <a:buNone/>
              <a:defRPr/>
            </a:lvl1pPr>
            <a:lvl2pPr lvl="1">
              <a:spcBef>
                <a:spcPts val="0"/>
              </a:spcBef>
              <a:spcAft>
                <a:spcPts val="0"/>
              </a:spcAft>
              <a:buSzPts val="6500"/>
              <a:buNone/>
              <a:defRPr/>
            </a:lvl2pPr>
            <a:lvl3pPr lvl="2">
              <a:spcBef>
                <a:spcPts val="0"/>
              </a:spcBef>
              <a:spcAft>
                <a:spcPts val="0"/>
              </a:spcAft>
              <a:buSzPts val="6500"/>
              <a:buNone/>
              <a:defRPr/>
            </a:lvl3pPr>
            <a:lvl4pPr lvl="3">
              <a:spcBef>
                <a:spcPts val="0"/>
              </a:spcBef>
              <a:spcAft>
                <a:spcPts val="0"/>
              </a:spcAft>
              <a:buSzPts val="6500"/>
              <a:buNone/>
              <a:defRPr/>
            </a:lvl4pPr>
            <a:lvl5pPr lvl="4">
              <a:spcBef>
                <a:spcPts val="0"/>
              </a:spcBef>
              <a:spcAft>
                <a:spcPts val="0"/>
              </a:spcAft>
              <a:buSzPts val="6500"/>
              <a:buNone/>
              <a:defRPr/>
            </a:lvl5pPr>
            <a:lvl6pPr lvl="5">
              <a:spcBef>
                <a:spcPts val="0"/>
              </a:spcBef>
              <a:spcAft>
                <a:spcPts val="0"/>
              </a:spcAft>
              <a:buSzPts val="6500"/>
              <a:buNone/>
              <a:defRPr/>
            </a:lvl6pPr>
            <a:lvl7pPr lvl="6">
              <a:spcBef>
                <a:spcPts val="0"/>
              </a:spcBef>
              <a:spcAft>
                <a:spcPts val="0"/>
              </a:spcAft>
              <a:buSzPts val="6500"/>
              <a:buNone/>
              <a:defRPr/>
            </a:lvl7pPr>
            <a:lvl8pPr lvl="7">
              <a:spcBef>
                <a:spcPts val="0"/>
              </a:spcBef>
              <a:spcAft>
                <a:spcPts val="0"/>
              </a:spcAft>
              <a:buSzPts val="6500"/>
              <a:buNone/>
              <a:defRPr/>
            </a:lvl8pPr>
            <a:lvl9pPr lvl="8">
              <a:spcBef>
                <a:spcPts val="0"/>
              </a:spcBef>
              <a:spcAft>
                <a:spcPts val="0"/>
              </a:spcAft>
              <a:buSzPts val="6500"/>
              <a:buNone/>
              <a:defRPr/>
            </a:lvl9pPr>
          </a:lstStyle>
          <a:p/>
        </p:txBody>
      </p:sp>
    </p:spTree>
  </p:cSld>
  <p:clrMapOvr>
    <a:masterClrMapping/>
  </p:clrMapOvr>
  <p:extLst>
    <p:ext uri="{DCECCB84-F9BA-43D5-87BE-67443E8EF086}">
      <p15:sldGuideLst>
        <p15:guide id="1" orient="horz" pos="119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BODY_4_1_1_1">
    <p:spTree>
      <p:nvGrpSpPr>
        <p:cNvPr id="218" name="Shape 218"/>
        <p:cNvGrpSpPr/>
        <p:nvPr/>
      </p:nvGrpSpPr>
      <p:grpSpPr>
        <a:xfrm>
          <a:off x="0" y="0"/>
          <a:ext cx="0" cy="0"/>
          <a:chOff x="0" y="0"/>
          <a:chExt cx="0" cy="0"/>
        </a:xfrm>
      </p:grpSpPr>
      <p:cxnSp>
        <p:nvCxnSpPr>
          <p:cNvPr id="219" name="Google Shape;219;p24"/>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220" name="Google Shape;220;p24"/>
          <p:cNvCxnSpPr/>
          <p:nvPr/>
        </p:nvCxnSpPr>
        <p:spPr>
          <a:xfrm rot="10800000">
            <a:off x="5815504"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21" name="Google Shape;221;p24"/>
          <p:cNvSpPr txBox="1"/>
          <p:nvPr>
            <p:ph idx="1" type="body"/>
          </p:nvPr>
        </p:nvSpPr>
        <p:spPr>
          <a:xfrm>
            <a:off x="6057350" y="56250"/>
            <a:ext cx="2807100" cy="49242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22" name="Google Shape;222;p24"/>
          <p:cNvSpPr txBox="1"/>
          <p:nvPr>
            <p:ph type="title"/>
          </p:nvPr>
        </p:nvSpPr>
        <p:spPr>
          <a:xfrm>
            <a:off x="73225" y="41875"/>
            <a:ext cx="2426400" cy="1631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23" name="Google Shape;223;p24"/>
          <p:cNvSpPr txBox="1"/>
          <p:nvPr>
            <p:ph idx="2" type="body"/>
          </p:nvPr>
        </p:nvSpPr>
        <p:spPr>
          <a:xfrm>
            <a:off x="2766550" y="56250"/>
            <a:ext cx="2807100" cy="49242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1_2">
    <p:bg>
      <p:bgPr>
        <a:solidFill>
          <a:schemeClr val="lt2"/>
        </a:solidFill>
      </p:bgPr>
    </p:bg>
    <p:spTree>
      <p:nvGrpSpPr>
        <p:cNvPr id="224" name="Shape 224"/>
        <p:cNvGrpSpPr/>
        <p:nvPr/>
      </p:nvGrpSpPr>
      <p:grpSpPr>
        <a:xfrm>
          <a:off x="0" y="0"/>
          <a:ext cx="0" cy="0"/>
          <a:chOff x="0" y="0"/>
          <a:chExt cx="0" cy="0"/>
        </a:xfrm>
      </p:grpSpPr>
      <p:sp>
        <p:nvSpPr>
          <p:cNvPr id="225" name="Google Shape;225;p25"/>
          <p:cNvSpPr txBox="1"/>
          <p:nvPr>
            <p:ph type="title"/>
          </p:nvPr>
        </p:nvSpPr>
        <p:spPr>
          <a:xfrm>
            <a:off x="73150" y="2502300"/>
            <a:ext cx="4630500" cy="2478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HEADER_2_2">
    <p:spTree>
      <p:nvGrpSpPr>
        <p:cNvPr id="226" name="Shape 226"/>
        <p:cNvGrpSpPr/>
        <p:nvPr/>
      </p:nvGrpSpPr>
      <p:grpSpPr>
        <a:xfrm>
          <a:off x="0" y="0"/>
          <a:ext cx="0" cy="0"/>
          <a:chOff x="0" y="0"/>
          <a:chExt cx="0" cy="0"/>
        </a:xfrm>
      </p:grpSpPr>
      <p:sp>
        <p:nvSpPr>
          <p:cNvPr id="227" name="Google Shape;227;p26"/>
          <p:cNvSpPr txBox="1"/>
          <p:nvPr>
            <p:ph idx="1" type="body"/>
          </p:nvPr>
        </p:nvSpPr>
        <p:spPr>
          <a:xfrm>
            <a:off x="73150" y="2511975"/>
            <a:ext cx="4173900" cy="16707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28" name="Google Shape;228;p26"/>
          <p:cNvSpPr txBox="1"/>
          <p:nvPr>
            <p:ph idx="2" type="subTitle"/>
          </p:nvPr>
        </p:nvSpPr>
        <p:spPr>
          <a:xfrm>
            <a:off x="73150" y="1581063"/>
            <a:ext cx="4173900" cy="1004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3600"/>
              <a:buNone/>
              <a:defRPr/>
            </a:lvl2pPr>
            <a:lvl3pPr lvl="2">
              <a:lnSpc>
                <a:spcPct val="80000"/>
              </a:lnSpc>
              <a:spcBef>
                <a:spcPts val="0"/>
              </a:spcBef>
              <a:spcAft>
                <a:spcPts val="0"/>
              </a:spcAft>
              <a:buSzPts val="3600"/>
              <a:buNone/>
              <a:defRPr/>
            </a:lvl3pPr>
            <a:lvl4pPr lvl="3">
              <a:lnSpc>
                <a:spcPct val="80000"/>
              </a:lnSpc>
              <a:spcBef>
                <a:spcPts val="0"/>
              </a:spcBef>
              <a:spcAft>
                <a:spcPts val="0"/>
              </a:spcAft>
              <a:buSzPts val="3600"/>
              <a:buNone/>
              <a:defRPr/>
            </a:lvl4pPr>
            <a:lvl5pPr lvl="4">
              <a:lnSpc>
                <a:spcPct val="80000"/>
              </a:lnSpc>
              <a:spcBef>
                <a:spcPts val="0"/>
              </a:spcBef>
              <a:spcAft>
                <a:spcPts val="0"/>
              </a:spcAft>
              <a:buSzPts val="3600"/>
              <a:buNone/>
              <a:defRPr/>
            </a:lvl5pPr>
            <a:lvl6pPr lvl="5">
              <a:lnSpc>
                <a:spcPct val="80000"/>
              </a:lnSpc>
              <a:spcBef>
                <a:spcPts val="0"/>
              </a:spcBef>
              <a:spcAft>
                <a:spcPts val="0"/>
              </a:spcAft>
              <a:buSzPts val="3600"/>
              <a:buNone/>
              <a:defRPr/>
            </a:lvl6pPr>
            <a:lvl7pPr lvl="6">
              <a:lnSpc>
                <a:spcPct val="80000"/>
              </a:lnSpc>
              <a:spcBef>
                <a:spcPts val="0"/>
              </a:spcBef>
              <a:spcAft>
                <a:spcPts val="0"/>
              </a:spcAft>
              <a:buSzPts val="3600"/>
              <a:buNone/>
              <a:defRPr/>
            </a:lvl7pPr>
            <a:lvl8pPr lvl="7">
              <a:lnSpc>
                <a:spcPct val="80000"/>
              </a:lnSpc>
              <a:spcBef>
                <a:spcPts val="0"/>
              </a:spcBef>
              <a:spcAft>
                <a:spcPts val="0"/>
              </a:spcAft>
              <a:buSzPts val="3600"/>
              <a:buNone/>
              <a:defRPr/>
            </a:lvl8pPr>
            <a:lvl9pPr lvl="8">
              <a:lnSpc>
                <a:spcPct val="80000"/>
              </a:lnSpc>
              <a:spcBef>
                <a:spcPts val="0"/>
              </a:spcBef>
              <a:spcAft>
                <a:spcPts val="0"/>
              </a:spcAft>
              <a:buSzPts val="3600"/>
              <a:buNone/>
              <a:defRPr/>
            </a:lvl9pPr>
          </a:lstStyle>
          <a:p/>
        </p:txBody>
      </p:sp>
      <p:sp>
        <p:nvSpPr>
          <p:cNvPr id="229" name="Google Shape;229;p26"/>
          <p:cNvSpPr txBox="1"/>
          <p:nvPr>
            <p:ph type="title"/>
          </p:nvPr>
        </p:nvSpPr>
        <p:spPr>
          <a:xfrm>
            <a:off x="73150" y="-16450"/>
            <a:ext cx="6367200" cy="1670700"/>
          </a:xfrm>
          <a:prstGeom prst="rect">
            <a:avLst/>
          </a:prstGeom>
        </p:spPr>
        <p:txBody>
          <a:bodyPr anchorCtr="0" anchor="t" bIns="91425" lIns="91425" spcFirstLastPara="1" rIns="91425" wrap="square" tIns="91425">
            <a:noAutofit/>
          </a:bodyPr>
          <a:lstStyle>
            <a:lvl1pPr lvl="0">
              <a:spcBef>
                <a:spcPts val="0"/>
              </a:spcBef>
              <a:spcAft>
                <a:spcPts val="0"/>
              </a:spcAft>
              <a:buSzPts val="6500"/>
              <a:buNone/>
              <a:defRPr/>
            </a:lvl1pPr>
            <a:lvl2pPr lvl="1">
              <a:spcBef>
                <a:spcPts val="0"/>
              </a:spcBef>
              <a:spcAft>
                <a:spcPts val="0"/>
              </a:spcAft>
              <a:buSzPts val="6500"/>
              <a:buNone/>
              <a:defRPr/>
            </a:lvl2pPr>
            <a:lvl3pPr lvl="2">
              <a:spcBef>
                <a:spcPts val="0"/>
              </a:spcBef>
              <a:spcAft>
                <a:spcPts val="0"/>
              </a:spcAft>
              <a:buSzPts val="6500"/>
              <a:buNone/>
              <a:defRPr/>
            </a:lvl3pPr>
            <a:lvl4pPr lvl="3">
              <a:spcBef>
                <a:spcPts val="0"/>
              </a:spcBef>
              <a:spcAft>
                <a:spcPts val="0"/>
              </a:spcAft>
              <a:buSzPts val="6500"/>
              <a:buNone/>
              <a:defRPr/>
            </a:lvl4pPr>
            <a:lvl5pPr lvl="4">
              <a:spcBef>
                <a:spcPts val="0"/>
              </a:spcBef>
              <a:spcAft>
                <a:spcPts val="0"/>
              </a:spcAft>
              <a:buSzPts val="6500"/>
              <a:buNone/>
              <a:defRPr/>
            </a:lvl5pPr>
            <a:lvl6pPr lvl="5">
              <a:spcBef>
                <a:spcPts val="0"/>
              </a:spcBef>
              <a:spcAft>
                <a:spcPts val="0"/>
              </a:spcAft>
              <a:buSzPts val="6500"/>
              <a:buNone/>
              <a:defRPr/>
            </a:lvl6pPr>
            <a:lvl7pPr lvl="6">
              <a:spcBef>
                <a:spcPts val="0"/>
              </a:spcBef>
              <a:spcAft>
                <a:spcPts val="0"/>
              </a:spcAft>
              <a:buSzPts val="6500"/>
              <a:buNone/>
              <a:defRPr/>
            </a:lvl7pPr>
            <a:lvl8pPr lvl="7">
              <a:spcBef>
                <a:spcPts val="0"/>
              </a:spcBef>
              <a:spcAft>
                <a:spcPts val="0"/>
              </a:spcAft>
              <a:buSzPts val="6500"/>
              <a:buNone/>
              <a:defRPr/>
            </a:lvl8pPr>
            <a:lvl9pPr lvl="8">
              <a:spcBef>
                <a:spcPts val="0"/>
              </a:spcBef>
              <a:spcAft>
                <a:spcPts val="0"/>
              </a:spcAft>
              <a:buSzPts val="6500"/>
              <a:buNone/>
              <a:defRPr/>
            </a:lvl9pPr>
          </a:lstStyle>
          <a:p/>
        </p:txBody>
      </p:sp>
    </p:spTree>
  </p:cSld>
  <p:clrMapOvr>
    <a:masterClrMapping/>
  </p:clrMapOvr>
  <p:extLst>
    <p:ext uri="{DCECCB84-F9BA-43D5-87BE-67443E8EF086}">
      <p15:sldGuideLst>
        <p15:guide id="1" orient="horz" pos="119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TITLE_1_3">
    <p:bg>
      <p:bgPr>
        <a:solidFill>
          <a:schemeClr val="lt1"/>
        </a:solidFill>
      </p:bgPr>
    </p:bg>
    <p:spTree>
      <p:nvGrpSpPr>
        <p:cNvPr id="230" name="Shape 230"/>
        <p:cNvGrpSpPr/>
        <p:nvPr/>
      </p:nvGrpSpPr>
      <p:grpSpPr>
        <a:xfrm>
          <a:off x="0" y="0"/>
          <a:ext cx="0" cy="0"/>
          <a:chOff x="0" y="0"/>
          <a:chExt cx="0" cy="0"/>
        </a:xfrm>
      </p:grpSpPr>
      <p:sp>
        <p:nvSpPr>
          <p:cNvPr id="231" name="Google Shape;231;p27"/>
          <p:cNvSpPr txBox="1"/>
          <p:nvPr>
            <p:ph type="title"/>
          </p:nvPr>
        </p:nvSpPr>
        <p:spPr>
          <a:xfrm>
            <a:off x="73146" y="-16450"/>
            <a:ext cx="4630500" cy="2641200"/>
          </a:xfrm>
          <a:prstGeom prst="rect">
            <a:avLst/>
          </a:prstGeom>
        </p:spPr>
        <p:txBody>
          <a:bodyPr anchorCtr="0" anchor="t" bIns="91425" lIns="91425" spcFirstLastPara="1" rIns="91425" wrap="square" tIns="91425">
            <a:noAutofit/>
          </a:bodyPr>
          <a:lstStyle>
            <a:lvl1pPr lvl="0">
              <a:spcBef>
                <a:spcPts val="0"/>
              </a:spcBef>
              <a:spcAft>
                <a:spcPts val="0"/>
              </a:spcAft>
              <a:buSzPts val="6500"/>
              <a:buNone/>
              <a:defRPr/>
            </a:lvl1pPr>
            <a:lvl2pPr lvl="1">
              <a:spcBef>
                <a:spcPts val="0"/>
              </a:spcBef>
              <a:spcAft>
                <a:spcPts val="0"/>
              </a:spcAft>
              <a:buSzPts val="6500"/>
              <a:buNone/>
              <a:defRPr/>
            </a:lvl2pPr>
            <a:lvl3pPr lvl="2">
              <a:spcBef>
                <a:spcPts val="0"/>
              </a:spcBef>
              <a:spcAft>
                <a:spcPts val="0"/>
              </a:spcAft>
              <a:buSzPts val="6500"/>
              <a:buNone/>
              <a:defRPr/>
            </a:lvl3pPr>
            <a:lvl4pPr lvl="3">
              <a:spcBef>
                <a:spcPts val="0"/>
              </a:spcBef>
              <a:spcAft>
                <a:spcPts val="0"/>
              </a:spcAft>
              <a:buSzPts val="6500"/>
              <a:buNone/>
              <a:defRPr/>
            </a:lvl4pPr>
            <a:lvl5pPr lvl="4">
              <a:spcBef>
                <a:spcPts val="0"/>
              </a:spcBef>
              <a:spcAft>
                <a:spcPts val="0"/>
              </a:spcAft>
              <a:buSzPts val="6500"/>
              <a:buNone/>
              <a:defRPr/>
            </a:lvl5pPr>
            <a:lvl6pPr lvl="5">
              <a:spcBef>
                <a:spcPts val="0"/>
              </a:spcBef>
              <a:spcAft>
                <a:spcPts val="0"/>
              </a:spcAft>
              <a:buSzPts val="6500"/>
              <a:buNone/>
              <a:defRPr/>
            </a:lvl6pPr>
            <a:lvl7pPr lvl="6">
              <a:spcBef>
                <a:spcPts val="0"/>
              </a:spcBef>
              <a:spcAft>
                <a:spcPts val="0"/>
              </a:spcAft>
              <a:buSzPts val="6500"/>
              <a:buNone/>
              <a:defRPr/>
            </a:lvl7pPr>
            <a:lvl8pPr lvl="7">
              <a:spcBef>
                <a:spcPts val="0"/>
              </a:spcBef>
              <a:spcAft>
                <a:spcPts val="0"/>
              </a:spcAft>
              <a:buSzPts val="6500"/>
              <a:buNone/>
              <a:defRPr/>
            </a:lvl8pPr>
            <a:lvl9pPr lvl="8">
              <a:spcBef>
                <a:spcPts val="0"/>
              </a:spcBef>
              <a:spcAft>
                <a:spcPts val="0"/>
              </a:spcAft>
              <a:buSzPts val="65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TITLE_1_1_1">
    <p:bg>
      <p:bgPr>
        <a:solidFill>
          <a:schemeClr val="lt2"/>
        </a:solidFill>
      </p:bgPr>
    </p:bg>
    <p:spTree>
      <p:nvGrpSpPr>
        <p:cNvPr id="232" name="Shape 232"/>
        <p:cNvGrpSpPr/>
        <p:nvPr/>
      </p:nvGrpSpPr>
      <p:grpSpPr>
        <a:xfrm>
          <a:off x="0" y="0"/>
          <a:ext cx="0" cy="0"/>
          <a:chOff x="0" y="0"/>
          <a:chExt cx="0" cy="0"/>
        </a:xfrm>
      </p:grpSpPr>
      <p:sp>
        <p:nvSpPr>
          <p:cNvPr id="233" name="Google Shape;233;p28"/>
          <p:cNvSpPr txBox="1"/>
          <p:nvPr>
            <p:ph type="title"/>
          </p:nvPr>
        </p:nvSpPr>
        <p:spPr>
          <a:xfrm>
            <a:off x="73150" y="-16450"/>
            <a:ext cx="5203500" cy="2605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
        <p:nvSpPr>
          <p:cNvPr id="234" name="Google Shape;234;p28"/>
          <p:cNvSpPr txBox="1"/>
          <p:nvPr>
            <p:ph idx="1" type="subTitle"/>
          </p:nvPr>
        </p:nvSpPr>
        <p:spPr>
          <a:xfrm>
            <a:off x="73150" y="2559625"/>
            <a:ext cx="4717800" cy="946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3600"/>
              <a:buNone/>
              <a:defRPr>
                <a:solidFill>
                  <a:schemeClr val="dk2"/>
                </a:solidFill>
              </a:defRPr>
            </a:lvl1pPr>
            <a:lvl2pPr lvl="1">
              <a:lnSpc>
                <a:spcPct val="80000"/>
              </a:lnSpc>
              <a:spcBef>
                <a:spcPts val="0"/>
              </a:spcBef>
              <a:spcAft>
                <a:spcPts val="0"/>
              </a:spcAft>
              <a:buClr>
                <a:schemeClr val="dk2"/>
              </a:buClr>
              <a:buSzPts val="3600"/>
              <a:buNone/>
              <a:defRPr>
                <a:solidFill>
                  <a:schemeClr val="dk2"/>
                </a:solidFill>
              </a:defRPr>
            </a:lvl2pPr>
            <a:lvl3pPr lvl="2">
              <a:lnSpc>
                <a:spcPct val="80000"/>
              </a:lnSpc>
              <a:spcBef>
                <a:spcPts val="0"/>
              </a:spcBef>
              <a:spcAft>
                <a:spcPts val="0"/>
              </a:spcAft>
              <a:buClr>
                <a:schemeClr val="dk2"/>
              </a:buClr>
              <a:buSzPts val="3600"/>
              <a:buNone/>
              <a:defRPr>
                <a:solidFill>
                  <a:schemeClr val="dk2"/>
                </a:solidFill>
              </a:defRPr>
            </a:lvl3pPr>
            <a:lvl4pPr lvl="3">
              <a:lnSpc>
                <a:spcPct val="80000"/>
              </a:lnSpc>
              <a:spcBef>
                <a:spcPts val="0"/>
              </a:spcBef>
              <a:spcAft>
                <a:spcPts val="0"/>
              </a:spcAft>
              <a:buClr>
                <a:schemeClr val="dk2"/>
              </a:buClr>
              <a:buSzPts val="3600"/>
              <a:buNone/>
              <a:defRPr>
                <a:solidFill>
                  <a:schemeClr val="dk2"/>
                </a:solidFill>
              </a:defRPr>
            </a:lvl4pPr>
            <a:lvl5pPr lvl="4">
              <a:lnSpc>
                <a:spcPct val="80000"/>
              </a:lnSpc>
              <a:spcBef>
                <a:spcPts val="0"/>
              </a:spcBef>
              <a:spcAft>
                <a:spcPts val="0"/>
              </a:spcAft>
              <a:buClr>
                <a:schemeClr val="dk2"/>
              </a:buClr>
              <a:buSzPts val="3600"/>
              <a:buNone/>
              <a:defRPr>
                <a:solidFill>
                  <a:schemeClr val="dk2"/>
                </a:solidFill>
              </a:defRPr>
            </a:lvl5pPr>
            <a:lvl6pPr lvl="5">
              <a:lnSpc>
                <a:spcPct val="80000"/>
              </a:lnSpc>
              <a:spcBef>
                <a:spcPts val="0"/>
              </a:spcBef>
              <a:spcAft>
                <a:spcPts val="0"/>
              </a:spcAft>
              <a:buClr>
                <a:schemeClr val="dk2"/>
              </a:buClr>
              <a:buSzPts val="3600"/>
              <a:buNone/>
              <a:defRPr>
                <a:solidFill>
                  <a:schemeClr val="dk2"/>
                </a:solidFill>
              </a:defRPr>
            </a:lvl6pPr>
            <a:lvl7pPr lvl="6">
              <a:lnSpc>
                <a:spcPct val="80000"/>
              </a:lnSpc>
              <a:spcBef>
                <a:spcPts val="0"/>
              </a:spcBef>
              <a:spcAft>
                <a:spcPts val="0"/>
              </a:spcAft>
              <a:buClr>
                <a:schemeClr val="dk2"/>
              </a:buClr>
              <a:buSzPts val="3600"/>
              <a:buNone/>
              <a:defRPr>
                <a:solidFill>
                  <a:schemeClr val="dk2"/>
                </a:solidFill>
              </a:defRPr>
            </a:lvl7pPr>
            <a:lvl8pPr lvl="7">
              <a:lnSpc>
                <a:spcPct val="80000"/>
              </a:lnSpc>
              <a:spcBef>
                <a:spcPts val="0"/>
              </a:spcBef>
              <a:spcAft>
                <a:spcPts val="0"/>
              </a:spcAft>
              <a:buClr>
                <a:schemeClr val="dk2"/>
              </a:buClr>
              <a:buSzPts val="3600"/>
              <a:buNone/>
              <a:defRPr>
                <a:solidFill>
                  <a:schemeClr val="dk2"/>
                </a:solidFill>
              </a:defRPr>
            </a:lvl8pPr>
            <a:lvl9pPr lvl="8">
              <a:lnSpc>
                <a:spcPct val="80000"/>
              </a:lnSpc>
              <a:spcBef>
                <a:spcPts val="0"/>
              </a:spcBef>
              <a:spcAft>
                <a:spcPts val="0"/>
              </a:spcAft>
              <a:buClr>
                <a:schemeClr val="dk2"/>
              </a:buClr>
              <a:buSzPts val="3600"/>
              <a:buNone/>
              <a:defRPr>
                <a:solidFill>
                  <a:schemeClr val="dk2"/>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SECTION_HEADER_2_1">
    <p:spTree>
      <p:nvGrpSpPr>
        <p:cNvPr id="235" name="Shape 235"/>
        <p:cNvGrpSpPr/>
        <p:nvPr/>
      </p:nvGrpSpPr>
      <p:grpSpPr>
        <a:xfrm>
          <a:off x="0" y="0"/>
          <a:ext cx="0" cy="0"/>
          <a:chOff x="0" y="0"/>
          <a:chExt cx="0" cy="0"/>
        </a:xfrm>
      </p:grpSpPr>
      <p:sp>
        <p:nvSpPr>
          <p:cNvPr id="236" name="Google Shape;236;p29"/>
          <p:cNvSpPr txBox="1"/>
          <p:nvPr>
            <p:ph idx="1" type="body"/>
          </p:nvPr>
        </p:nvSpPr>
        <p:spPr>
          <a:xfrm>
            <a:off x="73150" y="114300"/>
            <a:ext cx="1827000" cy="328500"/>
          </a:xfrm>
          <a:prstGeom prst="rect">
            <a:avLst/>
          </a:prstGeom>
        </p:spPr>
        <p:txBody>
          <a:bodyPr anchorCtr="0" anchor="t" bIns="91425" lIns="91425" spcFirstLastPara="1" rIns="91425" wrap="square" tIns="91425">
            <a:noAutofit/>
          </a:bodyPr>
          <a:lstStyle>
            <a:lvl1pPr indent="-285750" lvl="0" marL="4572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1pPr>
            <a:lvl2pPr indent="-285750" lvl="1" marL="9144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2pPr>
            <a:lvl3pPr indent="-285750" lvl="2" marL="13716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3pPr>
            <a:lvl4pPr indent="-285750" lvl="3" marL="18288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4pPr>
            <a:lvl5pPr indent="-285750" lvl="4" marL="22860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5pPr>
            <a:lvl6pPr indent="-285750" lvl="5" marL="27432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6pPr>
            <a:lvl7pPr indent="-285750" lvl="6" marL="32004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7pPr>
            <a:lvl8pPr indent="-285750" lvl="7" marL="36576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8pPr>
            <a:lvl9pPr indent="-285750" lvl="8" marL="4114800">
              <a:lnSpc>
                <a:spcPct val="80000"/>
              </a:lnSpc>
              <a:spcBef>
                <a:spcPts val="0"/>
              </a:spcBef>
              <a:spcAft>
                <a:spcPts val="0"/>
              </a:spcAft>
              <a:buClr>
                <a:schemeClr val="dk1"/>
              </a:buClr>
              <a:buSzPts val="900"/>
              <a:buFont typeface="Helvetica Neue"/>
              <a:buChar char="■"/>
              <a:defRPr sz="900">
                <a:latin typeface="Helvetica Neue"/>
                <a:ea typeface="Helvetica Neue"/>
                <a:cs typeface="Helvetica Neue"/>
                <a:sym typeface="Helvetica Neu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SECTION_HEADER_1_1_1_1">
    <p:spTree>
      <p:nvGrpSpPr>
        <p:cNvPr id="237" name="Shape 237"/>
        <p:cNvGrpSpPr/>
        <p:nvPr/>
      </p:nvGrpSpPr>
      <p:grpSpPr>
        <a:xfrm>
          <a:off x="0" y="0"/>
          <a:ext cx="0" cy="0"/>
          <a:chOff x="0" y="0"/>
          <a:chExt cx="0" cy="0"/>
        </a:xfrm>
      </p:grpSpPr>
      <p:cxnSp>
        <p:nvCxnSpPr>
          <p:cNvPr id="238" name="Google Shape;238;p30"/>
          <p:cNvCxnSpPr/>
          <p:nvPr/>
        </p:nvCxnSpPr>
        <p:spPr>
          <a:xfrm rot="10800000">
            <a:off x="4307604"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39" name="Google Shape;239;p30"/>
          <p:cNvSpPr txBox="1"/>
          <p:nvPr>
            <p:ph type="title"/>
          </p:nvPr>
        </p:nvSpPr>
        <p:spPr>
          <a:xfrm>
            <a:off x="73225" y="41875"/>
            <a:ext cx="4099500" cy="2657700"/>
          </a:xfrm>
          <a:prstGeom prst="rect">
            <a:avLst/>
          </a:prstGeom>
        </p:spPr>
        <p:txBody>
          <a:bodyPr anchorCtr="0" anchor="t" bIns="91425" lIns="91425" spcFirstLastPara="1" rIns="91425" wrap="square" tIns="91425">
            <a:noAutofit/>
          </a:bodyPr>
          <a:lstStyle>
            <a:lvl1pPr lvl="0">
              <a:spcBef>
                <a:spcPts val="0"/>
              </a:spcBef>
              <a:spcAft>
                <a:spcPts val="0"/>
              </a:spcAft>
              <a:buSzPts val="6500"/>
              <a:buNone/>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
        <p:nvSpPr>
          <p:cNvPr id="240" name="Google Shape;240;p30"/>
          <p:cNvSpPr txBox="1"/>
          <p:nvPr>
            <p:ph idx="1" type="body"/>
          </p:nvPr>
        </p:nvSpPr>
        <p:spPr>
          <a:xfrm>
            <a:off x="4442425" y="56250"/>
            <a:ext cx="4582800" cy="4924200"/>
          </a:xfrm>
          <a:prstGeom prst="rect">
            <a:avLst/>
          </a:prstGeom>
        </p:spPr>
        <p:txBody>
          <a:bodyPr anchorCtr="0" anchor="t" bIns="91425" lIns="91425" spcFirstLastPara="1" rIns="91425" wrap="square" tIns="91425">
            <a:no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SECTION_HEADER_1_1">
    <p:spTree>
      <p:nvGrpSpPr>
        <p:cNvPr id="241" name="Shape 241"/>
        <p:cNvGrpSpPr/>
        <p:nvPr/>
      </p:nvGrpSpPr>
      <p:grpSpPr>
        <a:xfrm>
          <a:off x="0" y="0"/>
          <a:ext cx="0" cy="0"/>
          <a:chOff x="0" y="0"/>
          <a:chExt cx="0" cy="0"/>
        </a:xfrm>
      </p:grpSpPr>
      <p:cxnSp>
        <p:nvCxnSpPr>
          <p:cNvPr id="242" name="Google Shape;242;p31"/>
          <p:cNvCxnSpPr/>
          <p:nvPr/>
        </p:nvCxnSpPr>
        <p:spPr>
          <a:xfrm rot="10800000">
            <a:off x="4307604"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43" name="Google Shape;243;p31"/>
          <p:cNvSpPr txBox="1"/>
          <p:nvPr>
            <p:ph type="title"/>
          </p:nvPr>
        </p:nvSpPr>
        <p:spPr>
          <a:xfrm>
            <a:off x="73225" y="41875"/>
            <a:ext cx="4221300" cy="2657700"/>
          </a:xfrm>
          <a:prstGeom prst="rect">
            <a:avLst/>
          </a:prstGeom>
        </p:spPr>
        <p:txBody>
          <a:bodyPr anchorCtr="0" anchor="t" bIns="91425" lIns="91425" spcFirstLastPara="1" rIns="91425" wrap="square" tIns="91425">
            <a:noAutofit/>
          </a:bodyPr>
          <a:lstStyle>
            <a:lvl1pPr lvl="0">
              <a:spcBef>
                <a:spcPts val="0"/>
              </a:spcBef>
              <a:spcAft>
                <a:spcPts val="0"/>
              </a:spcAft>
              <a:buSzPts val="6500"/>
              <a:buNone/>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
        <p:nvSpPr>
          <p:cNvPr id="244" name="Google Shape;244;p31"/>
          <p:cNvSpPr txBox="1"/>
          <p:nvPr>
            <p:ph idx="1" type="subTitle"/>
          </p:nvPr>
        </p:nvSpPr>
        <p:spPr>
          <a:xfrm>
            <a:off x="4442425" y="49375"/>
            <a:ext cx="4432500" cy="533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45" name="Google Shape;245;p31"/>
          <p:cNvSpPr txBox="1"/>
          <p:nvPr>
            <p:ph idx="2" type="subTitle"/>
          </p:nvPr>
        </p:nvSpPr>
        <p:spPr>
          <a:xfrm>
            <a:off x="4442425" y="948380"/>
            <a:ext cx="4432500" cy="533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46" name="Google Shape;246;p31"/>
          <p:cNvSpPr txBox="1"/>
          <p:nvPr>
            <p:ph idx="3" type="subTitle"/>
          </p:nvPr>
        </p:nvSpPr>
        <p:spPr>
          <a:xfrm>
            <a:off x="4442425" y="1847385"/>
            <a:ext cx="4432500" cy="533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47" name="Google Shape;247;p31"/>
          <p:cNvSpPr txBox="1"/>
          <p:nvPr>
            <p:ph idx="4" type="subTitle"/>
          </p:nvPr>
        </p:nvSpPr>
        <p:spPr>
          <a:xfrm>
            <a:off x="4442425" y="2746390"/>
            <a:ext cx="4432500" cy="533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48" name="Google Shape;248;p31"/>
          <p:cNvSpPr txBox="1"/>
          <p:nvPr>
            <p:ph idx="5" type="subTitle"/>
          </p:nvPr>
        </p:nvSpPr>
        <p:spPr>
          <a:xfrm>
            <a:off x="4442425" y="3645395"/>
            <a:ext cx="4432500" cy="533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49" name="Google Shape;249;p31"/>
          <p:cNvSpPr txBox="1"/>
          <p:nvPr>
            <p:ph idx="6" type="subTitle"/>
          </p:nvPr>
        </p:nvSpPr>
        <p:spPr>
          <a:xfrm>
            <a:off x="4442425" y="4544400"/>
            <a:ext cx="4432500" cy="533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
    <p:bg>
      <p:bgPr>
        <a:solidFill>
          <a:schemeClr val="lt2"/>
        </a:solidFill>
      </p:bgPr>
    </p:bg>
    <p:spTree>
      <p:nvGrpSpPr>
        <p:cNvPr id="250" name="Shape 250"/>
        <p:cNvGrpSpPr/>
        <p:nvPr/>
      </p:nvGrpSpPr>
      <p:grpSpPr>
        <a:xfrm>
          <a:off x="0" y="0"/>
          <a:ext cx="0" cy="0"/>
          <a:chOff x="0" y="0"/>
          <a:chExt cx="0" cy="0"/>
        </a:xfrm>
      </p:grpSpPr>
      <p:cxnSp>
        <p:nvCxnSpPr>
          <p:cNvPr id="251" name="Google Shape;251;p32"/>
          <p:cNvCxnSpPr/>
          <p:nvPr/>
        </p:nvCxnSpPr>
        <p:spPr>
          <a:xfrm rot="10800000">
            <a:off x="4313279" y="66000"/>
            <a:ext cx="0" cy="5011500"/>
          </a:xfrm>
          <a:prstGeom prst="straightConnector1">
            <a:avLst/>
          </a:prstGeom>
          <a:noFill/>
          <a:ln cap="flat" cmpd="sng" w="19050">
            <a:solidFill>
              <a:schemeClr val="dk2"/>
            </a:solidFill>
            <a:prstDash val="solid"/>
            <a:round/>
            <a:headEnd len="med" w="med" type="none"/>
            <a:tailEnd len="med" w="med" type="none"/>
          </a:ln>
        </p:spPr>
      </p:cxnSp>
      <p:sp>
        <p:nvSpPr>
          <p:cNvPr id="252" name="Google Shape;252;p32"/>
          <p:cNvSpPr txBox="1"/>
          <p:nvPr>
            <p:ph type="title"/>
          </p:nvPr>
        </p:nvSpPr>
        <p:spPr>
          <a:xfrm>
            <a:off x="4430121" y="-16450"/>
            <a:ext cx="4630500" cy="264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
        <p:nvSpPr>
          <p:cNvPr id="253" name="Google Shape;253;p32"/>
          <p:cNvSpPr txBox="1"/>
          <p:nvPr>
            <p:ph idx="1" type="body"/>
          </p:nvPr>
        </p:nvSpPr>
        <p:spPr>
          <a:xfrm>
            <a:off x="4447575" y="3024250"/>
            <a:ext cx="4577700" cy="1956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1pPr>
            <a:lvl2pPr indent="-311150" lvl="1" marL="9144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2pPr>
            <a:lvl3pPr indent="-311150" lvl="2" marL="13716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3pPr>
            <a:lvl4pPr indent="-311150" lvl="3" marL="18288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4pPr>
            <a:lvl5pPr indent="-311150" lvl="4" marL="22860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5pPr>
            <a:lvl6pPr indent="-311150" lvl="5" marL="27432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6pPr>
            <a:lvl7pPr indent="-311150" lvl="6" marL="32004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7pPr>
            <a:lvl8pPr indent="-311150" lvl="7" marL="36576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8pPr>
            <a:lvl9pPr indent="-311150" lvl="8" marL="4114800">
              <a:spcBef>
                <a:spcPts val="0"/>
              </a:spcBef>
              <a:spcAft>
                <a:spcPts val="0"/>
              </a:spcAft>
              <a:buClr>
                <a:schemeClr val="dk2"/>
              </a:buClr>
              <a:buSzPts val="1300"/>
              <a:buFont typeface="Helvetica Neue"/>
              <a:buChar char="■"/>
              <a:defRPr>
                <a:solidFill>
                  <a:schemeClr val="dk2"/>
                </a:solidFill>
                <a:latin typeface="Helvetica Neue"/>
                <a:ea typeface="Helvetica Neue"/>
                <a:cs typeface="Helvetica Neue"/>
                <a:sym typeface="Helvetica Neue"/>
              </a:defRPr>
            </a:lvl9pPr>
          </a:lstStyle>
          <a:p/>
        </p:txBody>
      </p:sp>
      <p:sp>
        <p:nvSpPr>
          <p:cNvPr id="254" name="Google Shape;254;p32"/>
          <p:cNvSpPr/>
          <p:nvPr>
            <p:ph idx="2" type="pic"/>
          </p:nvPr>
        </p:nvSpPr>
        <p:spPr>
          <a:xfrm>
            <a:off x="118850" y="109450"/>
            <a:ext cx="4058400" cy="48708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ITLE_AND_BODY_4">
    <p:spTree>
      <p:nvGrpSpPr>
        <p:cNvPr id="255" name="Shape 255"/>
        <p:cNvGrpSpPr/>
        <p:nvPr/>
      </p:nvGrpSpPr>
      <p:grpSpPr>
        <a:xfrm>
          <a:off x="0" y="0"/>
          <a:ext cx="0" cy="0"/>
          <a:chOff x="0" y="0"/>
          <a:chExt cx="0" cy="0"/>
        </a:xfrm>
      </p:grpSpPr>
      <p:cxnSp>
        <p:nvCxnSpPr>
          <p:cNvPr id="256" name="Google Shape;256;p33"/>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257" name="Google Shape;257;p33"/>
          <p:cNvCxnSpPr/>
          <p:nvPr/>
        </p:nvCxnSpPr>
        <p:spPr>
          <a:xfrm rot="10800000">
            <a:off x="51514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58" name="Google Shape;258;p33"/>
          <p:cNvSpPr txBox="1"/>
          <p:nvPr>
            <p:ph idx="1" type="body"/>
          </p:nvPr>
        </p:nvSpPr>
        <p:spPr>
          <a:xfrm>
            <a:off x="5291625" y="56250"/>
            <a:ext cx="3651300" cy="16311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59" name="Google Shape;259;p33"/>
          <p:cNvSpPr txBox="1"/>
          <p:nvPr>
            <p:ph idx="2" type="body"/>
          </p:nvPr>
        </p:nvSpPr>
        <p:spPr>
          <a:xfrm>
            <a:off x="5291625" y="1944426"/>
            <a:ext cx="3651300" cy="16311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60" name="Google Shape;260;p33"/>
          <p:cNvSpPr txBox="1"/>
          <p:nvPr>
            <p:ph idx="3" type="subTitle"/>
          </p:nvPr>
        </p:nvSpPr>
        <p:spPr>
          <a:xfrm>
            <a:off x="2723888" y="49375"/>
            <a:ext cx="2273100" cy="17694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61" name="Google Shape;261;p33"/>
          <p:cNvSpPr txBox="1"/>
          <p:nvPr>
            <p:ph idx="4" type="subTitle"/>
          </p:nvPr>
        </p:nvSpPr>
        <p:spPr>
          <a:xfrm>
            <a:off x="2723888" y="1902800"/>
            <a:ext cx="2273100" cy="17694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62" name="Google Shape;262;p33"/>
          <p:cNvSpPr txBox="1"/>
          <p:nvPr>
            <p:ph type="title"/>
          </p:nvPr>
        </p:nvSpPr>
        <p:spPr>
          <a:xfrm>
            <a:off x="73225" y="41875"/>
            <a:ext cx="2426400" cy="1631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AND_BODY_5_1">
    <p:spTree>
      <p:nvGrpSpPr>
        <p:cNvPr id="263" name="Shape 263"/>
        <p:cNvGrpSpPr/>
        <p:nvPr/>
      </p:nvGrpSpPr>
      <p:grpSpPr>
        <a:xfrm>
          <a:off x="0" y="0"/>
          <a:ext cx="0" cy="0"/>
          <a:chOff x="0" y="0"/>
          <a:chExt cx="0" cy="0"/>
        </a:xfrm>
      </p:grpSpPr>
      <p:cxnSp>
        <p:nvCxnSpPr>
          <p:cNvPr id="264" name="Google Shape;264;p34"/>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265" name="Google Shape;265;p34"/>
          <p:cNvCxnSpPr/>
          <p:nvPr/>
        </p:nvCxnSpPr>
        <p:spPr>
          <a:xfrm rot="10800000">
            <a:off x="51514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66" name="Google Shape;266;p34"/>
          <p:cNvSpPr txBox="1"/>
          <p:nvPr>
            <p:ph idx="1" type="body"/>
          </p:nvPr>
        </p:nvSpPr>
        <p:spPr>
          <a:xfrm>
            <a:off x="5291625" y="56250"/>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67" name="Google Shape;267;p34"/>
          <p:cNvSpPr txBox="1"/>
          <p:nvPr>
            <p:ph idx="2" type="subTitle"/>
          </p:nvPr>
        </p:nvSpPr>
        <p:spPr>
          <a:xfrm>
            <a:off x="2723888" y="49375"/>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68" name="Google Shape;268;p34"/>
          <p:cNvSpPr txBox="1"/>
          <p:nvPr>
            <p:ph type="title"/>
          </p:nvPr>
        </p:nvSpPr>
        <p:spPr>
          <a:xfrm>
            <a:off x="73225" y="41875"/>
            <a:ext cx="2426400" cy="1631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69" name="Google Shape;269;p34"/>
          <p:cNvSpPr txBox="1"/>
          <p:nvPr>
            <p:ph idx="3" type="subTitle"/>
          </p:nvPr>
        </p:nvSpPr>
        <p:spPr>
          <a:xfrm>
            <a:off x="2723888" y="1358842"/>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70" name="Google Shape;270;p34"/>
          <p:cNvSpPr txBox="1"/>
          <p:nvPr>
            <p:ph idx="4" type="subTitle"/>
          </p:nvPr>
        </p:nvSpPr>
        <p:spPr>
          <a:xfrm>
            <a:off x="2723888" y="2668308"/>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71" name="Google Shape;271;p34"/>
          <p:cNvSpPr txBox="1"/>
          <p:nvPr>
            <p:ph idx="5" type="body"/>
          </p:nvPr>
        </p:nvSpPr>
        <p:spPr>
          <a:xfrm>
            <a:off x="5291625" y="1358850"/>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72" name="Google Shape;272;p34"/>
          <p:cNvSpPr txBox="1"/>
          <p:nvPr>
            <p:ph idx="6" type="body"/>
          </p:nvPr>
        </p:nvSpPr>
        <p:spPr>
          <a:xfrm>
            <a:off x="5291625" y="2668300"/>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TITLE_AND_BODY_5">
    <p:spTree>
      <p:nvGrpSpPr>
        <p:cNvPr id="273" name="Shape 273"/>
        <p:cNvGrpSpPr/>
        <p:nvPr/>
      </p:nvGrpSpPr>
      <p:grpSpPr>
        <a:xfrm>
          <a:off x="0" y="0"/>
          <a:ext cx="0" cy="0"/>
          <a:chOff x="0" y="0"/>
          <a:chExt cx="0" cy="0"/>
        </a:xfrm>
      </p:grpSpPr>
      <p:cxnSp>
        <p:nvCxnSpPr>
          <p:cNvPr id="274" name="Google Shape;274;p35"/>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275" name="Google Shape;275;p35"/>
          <p:cNvCxnSpPr/>
          <p:nvPr/>
        </p:nvCxnSpPr>
        <p:spPr>
          <a:xfrm rot="10800000">
            <a:off x="51514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76" name="Google Shape;276;p35"/>
          <p:cNvSpPr txBox="1"/>
          <p:nvPr>
            <p:ph idx="1" type="body"/>
          </p:nvPr>
        </p:nvSpPr>
        <p:spPr>
          <a:xfrm>
            <a:off x="5291625" y="56250"/>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77" name="Google Shape;277;p35"/>
          <p:cNvSpPr txBox="1"/>
          <p:nvPr>
            <p:ph idx="2" type="subTitle"/>
          </p:nvPr>
        </p:nvSpPr>
        <p:spPr>
          <a:xfrm>
            <a:off x="2723888" y="49375"/>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78" name="Google Shape;278;p35"/>
          <p:cNvSpPr txBox="1"/>
          <p:nvPr>
            <p:ph type="title"/>
          </p:nvPr>
        </p:nvSpPr>
        <p:spPr>
          <a:xfrm>
            <a:off x="73225" y="41875"/>
            <a:ext cx="2426400" cy="1631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79" name="Google Shape;279;p35"/>
          <p:cNvSpPr txBox="1"/>
          <p:nvPr>
            <p:ph idx="3" type="subTitle"/>
          </p:nvPr>
        </p:nvSpPr>
        <p:spPr>
          <a:xfrm>
            <a:off x="2723888" y="1358842"/>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80" name="Google Shape;280;p35"/>
          <p:cNvSpPr txBox="1"/>
          <p:nvPr>
            <p:ph idx="4" type="subTitle"/>
          </p:nvPr>
        </p:nvSpPr>
        <p:spPr>
          <a:xfrm>
            <a:off x="2723888" y="2668308"/>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81" name="Google Shape;281;p35"/>
          <p:cNvSpPr txBox="1"/>
          <p:nvPr>
            <p:ph idx="5" type="subTitle"/>
          </p:nvPr>
        </p:nvSpPr>
        <p:spPr>
          <a:xfrm>
            <a:off x="2723888" y="3977775"/>
            <a:ext cx="22731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82" name="Google Shape;282;p35"/>
          <p:cNvSpPr txBox="1"/>
          <p:nvPr>
            <p:ph idx="6" type="body"/>
          </p:nvPr>
        </p:nvSpPr>
        <p:spPr>
          <a:xfrm>
            <a:off x="5291625" y="1358850"/>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83" name="Google Shape;283;p35"/>
          <p:cNvSpPr txBox="1"/>
          <p:nvPr>
            <p:ph idx="7" type="body"/>
          </p:nvPr>
        </p:nvSpPr>
        <p:spPr>
          <a:xfrm>
            <a:off x="5291625" y="2668300"/>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84" name="Google Shape;284;p35"/>
          <p:cNvSpPr txBox="1"/>
          <p:nvPr>
            <p:ph idx="8" type="body"/>
          </p:nvPr>
        </p:nvSpPr>
        <p:spPr>
          <a:xfrm>
            <a:off x="5291625" y="3977775"/>
            <a:ext cx="3651300" cy="10026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
    <p:bg>
      <p:bgPr>
        <a:solidFill>
          <a:schemeClr val="lt2"/>
        </a:solidFill>
      </p:bgPr>
    </p:bg>
    <p:spTree>
      <p:nvGrpSpPr>
        <p:cNvPr id="285" name="Shape 285"/>
        <p:cNvGrpSpPr/>
        <p:nvPr/>
      </p:nvGrpSpPr>
      <p:grpSpPr>
        <a:xfrm>
          <a:off x="0" y="0"/>
          <a:ext cx="0" cy="0"/>
          <a:chOff x="0" y="0"/>
          <a:chExt cx="0" cy="0"/>
        </a:xfrm>
      </p:grpSpPr>
      <p:cxnSp>
        <p:nvCxnSpPr>
          <p:cNvPr id="286" name="Google Shape;286;p36"/>
          <p:cNvCxnSpPr/>
          <p:nvPr/>
        </p:nvCxnSpPr>
        <p:spPr>
          <a:xfrm rot="10800000">
            <a:off x="4831604" y="66000"/>
            <a:ext cx="0" cy="5011500"/>
          </a:xfrm>
          <a:prstGeom prst="straightConnector1">
            <a:avLst/>
          </a:prstGeom>
          <a:noFill/>
          <a:ln cap="flat" cmpd="sng" w="19050">
            <a:solidFill>
              <a:schemeClr val="dk2"/>
            </a:solidFill>
            <a:prstDash val="solid"/>
            <a:round/>
            <a:headEnd len="med" w="med" type="none"/>
            <a:tailEnd len="med" w="med" type="none"/>
          </a:ln>
        </p:spPr>
      </p:cxnSp>
      <p:sp>
        <p:nvSpPr>
          <p:cNvPr id="287" name="Google Shape;287;p36"/>
          <p:cNvSpPr/>
          <p:nvPr>
            <p:ph idx="2" type="pic"/>
          </p:nvPr>
        </p:nvSpPr>
        <p:spPr>
          <a:xfrm>
            <a:off x="4966725" y="109450"/>
            <a:ext cx="4058400" cy="4870800"/>
          </a:xfrm>
          <a:prstGeom prst="rect">
            <a:avLst/>
          </a:prstGeom>
          <a:noFill/>
          <a:ln>
            <a:noFill/>
          </a:ln>
        </p:spPr>
      </p:sp>
      <p:sp>
        <p:nvSpPr>
          <p:cNvPr id="288" name="Google Shape;288;p36"/>
          <p:cNvSpPr txBox="1"/>
          <p:nvPr>
            <p:ph type="title"/>
          </p:nvPr>
        </p:nvSpPr>
        <p:spPr>
          <a:xfrm>
            <a:off x="73146" y="-16450"/>
            <a:ext cx="4630500" cy="2641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500"/>
              <a:buNone/>
              <a:defRPr>
                <a:solidFill>
                  <a:schemeClr val="dk2"/>
                </a:solidFill>
              </a:defRPr>
            </a:lvl1pPr>
            <a:lvl2pPr lvl="1">
              <a:spcBef>
                <a:spcPts val="0"/>
              </a:spcBef>
              <a:spcAft>
                <a:spcPts val="0"/>
              </a:spcAft>
              <a:buClr>
                <a:schemeClr val="dk2"/>
              </a:buClr>
              <a:buSzPts val="6500"/>
              <a:buNone/>
              <a:defRPr>
                <a:solidFill>
                  <a:schemeClr val="dk2"/>
                </a:solidFill>
              </a:defRPr>
            </a:lvl2pPr>
            <a:lvl3pPr lvl="2">
              <a:spcBef>
                <a:spcPts val="0"/>
              </a:spcBef>
              <a:spcAft>
                <a:spcPts val="0"/>
              </a:spcAft>
              <a:buClr>
                <a:schemeClr val="dk2"/>
              </a:buClr>
              <a:buSzPts val="6500"/>
              <a:buNone/>
              <a:defRPr>
                <a:solidFill>
                  <a:schemeClr val="dk2"/>
                </a:solidFill>
              </a:defRPr>
            </a:lvl3pPr>
            <a:lvl4pPr lvl="3">
              <a:spcBef>
                <a:spcPts val="0"/>
              </a:spcBef>
              <a:spcAft>
                <a:spcPts val="0"/>
              </a:spcAft>
              <a:buClr>
                <a:schemeClr val="dk2"/>
              </a:buClr>
              <a:buSzPts val="6500"/>
              <a:buNone/>
              <a:defRPr>
                <a:solidFill>
                  <a:schemeClr val="dk2"/>
                </a:solidFill>
              </a:defRPr>
            </a:lvl4pPr>
            <a:lvl5pPr lvl="4">
              <a:spcBef>
                <a:spcPts val="0"/>
              </a:spcBef>
              <a:spcAft>
                <a:spcPts val="0"/>
              </a:spcAft>
              <a:buClr>
                <a:schemeClr val="dk2"/>
              </a:buClr>
              <a:buSzPts val="6500"/>
              <a:buNone/>
              <a:defRPr>
                <a:solidFill>
                  <a:schemeClr val="dk2"/>
                </a:solidFill>
              </a:defRPr>
            </a:lvl5pPr>
            <a:lvl6pPr lvl="5">
              <a:spcBef>
                <a:spcPts val="0"/>
              </a:spcBef>
              <a:spcAft>
                <a:spcPts val="0"/>
              </a:spcAft>
              <a:buClr>
                <a:schemeClr val="dk2"/>
              </a:buClr>
              <a:buSzPts val="6500"/>
              <a:buNone/>
              <a:defRPr>
                <a:solidFill>
                  <a:schemeClr val="dk2"/>
                </a:solidFill>
              </a:defRPr>
            </a:lvl6pPr>
            <a:lvl7pPr lvl="6">
              <a:spcBef>
                <a:spcPts val="0"/>
              </a:spcBef>
              <a:spcAft>
                <a:spcPts val="0"/>
              </a:spcAft>
              <a:buClr>
                <a:schemeClr val="dk2"/>
              </a:buClr>
              <a:buSzPts val="6500"/>
              <a:buNone/>
              <a:defRPr>
                <a:solidFill>
                  <a:schemeClr val="dk2"/>
                </a:solidFill>
              </a:defRPr>
            </a:lvl7pPr>
            <a:lvl8pPr lvl="7">
              <a:spcBef>
                <a:spcPts val="0"/>
              </a:spcBef>
              <a:spcAft>
                <a:spcPts val="0"/>
              </a:spcAft>
              <a:buClr>
                <a:schemeClr val="dk2"/>
              </a:buClr>
              <a:buSzPts val="6500"/>
              <a:buNone/>
              <a:defRPr>
                <a:solidFill>
                  <a:schemeClr val="dk2"/>
                </a:solidFill>
              </a:defRPr>
            </a:lvl8pPr>
            <a:lvl9pPr lvl="8">
              <a:spcBef>
                <a:spcPts val="0"/>
              </a:spcBef>
              <a:spcAft>
                <a:spcPts val="0"/>
              </a:spcAft>
              <a:buClr>
                <a:schemeClr val="dk2"/>
              </a:buClr>
              <a:buSzPts val="6500"/>
              <a:buNone/>
              <a:defRPr>
                <a:solidFill>
                  <a:schemeClr val="dk2"/>
                </a:solidFill>
              </a:defRPr>
            </a:lvl9pPr>
          </a:lstStyle>
          <a:p/>
        </p:txBody>
      </p:sp>
    </p:spTree>
  </p:cSld>
  <p:clrMapOvr>
    <a:masterClrMapping/>
  </p:clrMapOvr>
  <p:extLst>
    <p:ext uri="{DCECCB84-F9BA-43D5-87BE-67443E8EF086}">
      <p15:sldGuideLst>
        <p15:guide id="1" pos="5685">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BIG_NUMBER_1_1">
    <p:spTree>
      <p:nvGrpSpPr>
        <p:cNvPr id="289" name="Shape 289"/>
        <p:cNvGrpSpPr/>
        <p:nvPr/>
      </p:nvGrpSpPr>
      <p:grpSpPr>
        <a:xfrm>
          <a:off x="0" y="0"/>
          <a:ext cx="0" cy="0"/>
          <a:chOff x="0" y="0"/>
          <a:chExt cx="0" cy="0"/>
        </a:xfrm>
      </p:grpSpPr>
      <p:sp>
        <p:nvSpPr>
          <p:cNvPr id="290" name="Google Shape;290;p37"/>
          <p:cNvSpPr/>
          <p:nvPr>
            <p:ph idx="2" type="pic"/>
          </p:nvPr>
        </p:nvSpPr>
        <p:spPr>
          <a:xfrm>
            <a:off x="2754400" y="114300"/>
            <a:ext cx="2242500" cy="2352000"/>
          </a:xfrm>
          <a:prstGeom prst="rect">
            <a:avLst/>
          </a:prstGeom>
          <a:noFill/>
          <a:ln>
            <a:noFill/>
          </a:ln>
        </p:spPr>
      </p:sp>
      <p:cxnSp>
        <p:nvCxnSpPr>
          <p:cNvPr id="291" name="Google Shape;291;p37"/>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292" name="Google Shape;292;p37"/>
          <p:cNvCxnSpPr/>
          <p:nvPr/>
        </p:nvCxnSpPr>
        <p:spPr>
          <a:xfrm rot="10800000">
            <a:off x="51514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293" name="Google Shape;293;p37"/>
          <p:cNvSpPr txBox="1"/>
          <p:nvPr>
            <p:ph idx="1" type="body"/>
          </p:nvPr>
        </p:nvSpPr>
        <p:spPr>
          <a:xfrm>
            <a:off x="5331250" y="1172300"/>
            <a:ext cx="3693900" cy="12939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94" name="Google Shape;294;p37"/>
          <p:cNvSpPr txBox="1"/>
          <p:nvPr>
            <p:ph idx="3" type="subTitle"/>
          </p:nvPr>
        </p:nvSpPr>
        <p:spPr>
          <a:xfrm>
            <a:off x="5331258" y="49375"/>
            <a:ext cx="36939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295" name="Google Shape;295;p37"/>
          <p:cNvSpPr txBox="1"/>
          <p:nvPr>
            <p:ph type="title"/>
          </p:nvPr>
        </p:nvSpPr>
        <p:spPr>
          <a:xfrm>
            <a:off x="73225" y="41875"/>
            <a:ext cx="2426400" cy="1631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96" name="Google Shape;296;p37"/>
          <p:cNvSpPr/>
          <p:nvPr>
            <p:ph idx="4" type="pic"/>
          </p:nvPr>
        </p:nvSpPr>
        <p:spPr>
          <a:xfrm>
            <a:off x="2754400" y="2628375"/>
            <a:ext cx="2242500" cy="2352000"/>
          </a:xfrm>
          <a:prstGeom prst="rect">
            <a:avLst/>
          </a:prstGeom>
          <a:noFill/>
          <a:ln>
            <a:noFill/>
          </a:ln>
        </p:spPr>
      </p:sp>
      <p:sp>
        <p:nvSpPr>
          <p:cNvPr id="297" name="Google Shape;297;p37"/>
          <p:cNvSpPr txBox="1"/>
          <p:nvPr>
            <p:ph idx="5" type="body"/>
          </p:nvPr>
        </p:nvSpPr>
        <p:spPr>
          <a:xfrm>
            <a:off x="5331250" y="3686375"/>
            <a:ext cx="3693900" cy="12939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298" name="Google Shape;298;p37"/>
          <p:cNvSpPr txBox="1"/>
          <p:nvPr>
            <p:ph idx="6" type="subTitle"/>
          </p:nvPr>
        </p:nvSpPr>
        <p:spPr>
          <a:xfrm>
            <a:off x="5331258" y="2563450"/>
            <a:ext cx="3693900" cy="1002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Tree>
  </p:cSld>
  <p:clrMapOvr>
    <a:masterClrMapping/>
  </p:clrMapOvr>
  <p:extLst>
    <p:ext uri="{DCECCB84-F9BA-43D5-87BE-67443E8EF086}">
      <p15:sldGuideLst>
        <p15:guide id="1" orient="horz" pos="164">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p:cSld name="BIG_NUMBER_1_1_1">
    <p:spTree>
      <p:nvGrpSpPr>
        <p:cNvPr id="299" name="Shape 299"/>
        <p:cNvGrpSpPr/>
        <p:nvPr/>
      </p:nvGrpSpPr>
      <p:grpSpPr>
        <a:xfrm>
          <a:off x="0" y="0"/>
          <a:ext cx="0" cy="0"/>
          <a:chOff x="0" y="0"/>
          <a:chExt cx="0" cy="0"/>
        </a:xfrm>
      </p:grpSpPr>
      <p:sp>
        <p:nvSpPr>
          <p:cNvPr id="300" name="Google Shape;300;p38"/>
          <p:cNvSpPr/>
          <p:nvPr>
            <p:ph idx="2" type="pic"/>
          </p:nvPr>
        </p:nvSpPr>
        <p:spPr>
          <a:xfrm>
            <a:off x="2754400" y="114300"/>
            <a:ext cx="2242500" cy="1495800"/>
          </a:xfrm>
          <a:prstGeom prst="rect">
            <a:avLst/>
          </a:prstGeom>
          <a:noFill/>
          <a:ln>
            <a:noFill/>
          </a:ln>
        </p:spPr>
      </p:sp>
      <p:cxnSp>
        <p:nvCxnSpPr>
          <p:cNvPr id="301" name="Google Shape;301;p38"/>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cxnSp>
        <p:nvCxnSpPr>
          <p:cNvPr id="302" name="Google Shape;302;p38"/>
          <p:cNvCxnSpPr/>
          <p:nvPr/>
        </p:nvCxnSpPr>
        <p:spPr>
          <a:xfrm rot="10800000">
            <a:off x="5151479"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303" name="Google Shape;303;p38"/>
          <p:cNvSpPr txBox="1"/>
          <p:nvPr>
            <p:ph idx="1" type="body"/>
          </p:nvPr>
        </p:nvSpPr>
        <p:spPr>
          <a:xfrm>
            <a:off x="5331250" y="523675"/>
            <a:ext cx="3693900" cy="10863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304" name="Google Shape;304;p38"/>
          <p:cNvSpPr txBox="1"/>
          <p:nvPr>
            <p:ph idx="3" type="subTitle"/>
          </p:nvPr>
        </p:nvSpPr>
        <p:spPr>
          <a:xfrm>
            <a:off x="5331250" y="49375"/>
            <a:ext cx="3693900" cy="5505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305" name="Google Shape;305;p38"/>
          <p:cNvSpPr txBox="1"/>
          <p:nvPr>
            <p:ph type="title"/>
          </p:nvPr>
        </p:nvSpPr>
        <p:spPr>
          <a:xfrm>
            <a:off x="73225" y="41875"/>
            <a:ext cx="2426400" cy="1627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06" name="Google Shape;306;p38"/>
          <p:cNvSpPr/>
          <p:nvPr>
            <p:ph idx="4" type="pic"/>
          </p:nvPr>
        </p:nvSpPr>
        <p:spPr>
          <a:xfrm>
            <a:off x="2754400" y="3484575"/>
            <a:ext cx="2242500" cy="1495800"/>
          </a:xfrm>
          <a:prstGeom prst="rect">
            <a:avLst/>
          </a:prstGeom>
          <a:noFill/>
          <a:ln>
            <a:noFill/>
          </a:ln>
        </p:spPr>
      </p:sp>
      <p:sp>
        <p:nvSpPr>
          <p:cNvPr id="307" name="Google Shape;307;p38"/>
          <p:cNvSpPr/>
          <p:nvPr>
            <p:ph idx="5" type="pic"/>
          </p:nvPr>
        </p:nvSpPr>
        <p:spPr>
          <a:xfrm>
            <a:off x="2754400" y="1799438"/>
            <a:ext cx="2242500" cy="1495800"/>
          </a:xfrm>
          <a:prstGeom prst="rect">
            <a:avLst/>
          </a:prstGeom>
          <a:noFill/>
          <a:ln>
            <a:noFill/>
          </a:ln>
        </p:spPr>
      </p:sp>
      <p:sp>
        <p:nvSpPr>
          <p:cNvPr id="308" name="Google Shape;308;p38"/>
          <p:cNvSpPr txBox="1"/>
          <p:nvPr>
            <p:ph idx="6" type="body"/>
          </p:nvPr>
        </p:nvSpPr>
        <p:spPr>
          <a:xfrm>
            <a:off x="5331250" y="2208950"/>
            <a:ext cx="3693900" cy="10863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309" name="Google Shape;309;p38"/>
          <p:cNvSpPr txBox="1"/>
          <p:nvPr>
            <p:ph idx="7" type="subTitle"/>
          </p:nvPr>
        </p:nvSpPr>
        <p:spPr>
          <a:xfrm>
            <a:off x="5331250" y="1734650"/>
            <a:ext cx="3693900" cy="5505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
        <p:nvSpPr>
          <p:cNvPr id="310" name="Google Shape;310;p38"/>
          <p:cNvSpPr txBox="1"/>
          <p:nvPr>
            <p:ph idx="8" type="body"/>
          </p:nvPr>
        </p:nvSpPr>
        <p:spPr>
          <a:xfrm>
            <a:off x="5331250" y="3894225"/>
            <a:ext cx="3693900" cy="1086300"/>
          </a:xfrm>
          <a:prstGeom prst="rect">
            <a:avLst/>
          </a:prstGeom>
        </p:spPr>
        <p:txBody>
          <a:bodyPr anchorCtr="0" anchor="t" bIns="91425" lIns="91425" spcFirstLastPara="1" rIns="91425" wrap="square" tIns="91425">
            <a:normAutofit/>
          </a:bodyPr>
          <a:lstStyle>
            <a:lvl1pPr indent="-311150" lvl="0" marL="457200">
              <a:lnSpc>
                <a:spcPct val="80000"/>
              </a:lnSpc>
              <a:spcBef>
                <a:spcPts val="0"/>
              </a:spcBef>
              <a:spcAft>
                <a:spcPts val="0"/>
              </a:spcAft>
              <a:buClr>
                <a:schemeClr val="dk1"/>
              </a:buClr>
              <a:buSzPts val="1300"/>
              <a:buChar char="●"/>
              <a:defRPr/>
            </a:lvl1pPr>
            <a:lvl2pPr indent="-311150" lvl="1" marL="914400">
              <a:lnSpc>
                <a:spcPct val="80000"/>
              </a:lnSpc>
              <a:spcBef>
                <a:spcPts val="0"/>
              </a:spcBef>
              <a:spcAft>
                <a:spcPts val="0"/>
              </a:spcAft>
              <a:buClr>
                <a:schemeClr val="dk1"/>
              </a:buClr>
              <a:buSzPts val="1300"/>
              <a:buChar char="○"/>
              <a:defRPr/>
            </a:lvl2pPr>
            <a:lvl3pPr indent="-311150" lvl="2" marL="1371600">
              <a:lnSpc>
                <a:spcPct val="80000"/>
              </a:lnSpc>
              <a:spcBef>
                <a:spcPts val="0"/>
              </a:spcBef>
              <a:spcAft>
                <a:spcPts val="0"/>
              </a:spcAft>
              <a:buClr>
                <a:schemeClr val="dk1"/>
              </a:buClr>
              <a:buSzPts val="1300"/>
              <a:buChar char="■"/>
              <a:defRPr/>
            </a:lvl3pPr>
            <a:lvl4pPr indent="-311150" lvl="3" marL="1828800">
              <a:lnSpc>
                <a:spcPct val="80000"/>
              </a:lnSpc>
              <a:spcBef>
                <a:spcPts val="0"/>
              </a:spcBef>
              <a:spcAft>
                <a:spcPts val="0"/>
              </a:spcAft>
              <a:buClr>
                <a:schemeClr val="dk1"/>
              </a:buClr>
              <a:buSzPts val="1300"/>
              <a:buChar char="●"/>
              <a:defRPr/>
            </a:lvl4pPr>
            <a:lvl5pPr indent="-311150" lvl="4" marL="2286000">
              <a:lnSpc>
                <a:spcPct val="80000"/>
              </a:lnSpc>
              <a:spcBef>
                <a:spcPts val="0"/>
              </a:spcBef>
              <a:spcAft>
                <a:spcPts val="0"/>
              </a:spcAft>
              <a:buClr>
                <a:schemeClr val="dk1"/>
              </a:buClr>
              <a:buSzPts val="1300"/>
              <a:buChar char="○"/>
              <a:defRPr/>
            </a:lvl5pPr>
            <a:lvl6pPr indent="-311150" lvl="5" marL="2743200">
              <a:lnSpc>
                <a:spcPct val="80000"/>
              </a:lnSpc>
              <a:spcBef>
                <a:spcPts val="0"/>
              </a:spcBef>
              <a:spcAft>
                <a:spcPts val="0"/>
              </a:spcAft>
              <a:buClr>
                <a:schemeClr val="dk1"/>
              </a:buClr>
              <a:buSzPts val="1300"/>
              <a:buChar char="■"/>
              <a:defRPr/>
            </a:lvl6pPr>
            <a:lvl7pPr indent="-311150" lvl="6" marL="3200400">
              <a:lnSpc>
                <a:spcPct val="80000"/>
              </a:lnSpc>
              <a:spcBef>
                <a:spcPts val="0"/>
              </a:spcBef>
              <a:spcAft>
                <a:spcPts val="0"/>
              </a:spcAft>
              <a:buClr>
                <a:schemeClr val="dk1"/>
              </a:buClr>
              <a:buSzPts val="1300"/>
              <a:buChar char="●"/>
              <a:defRPr/>
            </a:lvl7pPr>
            <a:lvl8pPr indent="-311150" lvl="7" marL="3657600">
              <a:lnSpc>
                <a:spcPct val="80000"/>
              </a:lnSpc>
              <a:spcBef>
                <a:spcPts val="0"/>
              </a:spcBef>
              <a:spcAft>
                <a:spcPts val="0"/>
              </a:spcAft>
              <a:buClr>
                <a:schemeClr val="dk1"/>
              </a:buClr>
              <a:buSzPts val="1300"/>
              <a:buChar char="○"/>
              <a:defRPr/>
            </a:lvl8pPr>
            <a:lvl9pPr indent="-311150" lvl="8" marL="4114800">
              <a:lnSpc>
                <a:spcPct val="80000"/>
              </a:lnSpc>
              <a:spcBef>
                <a:spcPts val="0"/>
              </a:spcBef>
              <a:spcAft>
                <a:spcPts val="0"/>
              </a:spcAft>
              <a:buClr>
                <a:schemeClr val="dk1"/>
              </a:buClr>
              <a:buSzPts val="1300"/>
              <a:buChar char="■"/>
              <a:defRPr/>
            </a:lvl9pPr>
          </a:lstStyle>
          <a:p/>
        </p:txBody>
      </p:sp>
      <p:sp>
        <p:nvSpPr>
          <p:cNvPr id="311" name="Google Shape;311;p38"/>
          <p:cNvSpPr txBox="1"/>
          <p:nvPr>
            <p:ph idx="9" type="subTitle"/>
          </p:nvPr>
        </p:nvSpPr>
        <p:spPr>
          <a:xfrm>
            <a:off x="5331250" y="3419925"/>
            <a:ext cx="3693900" cy="5505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600"/>
              <a:buNone/>
              <a:defRPr/>
            </a:lvl1pPr>
            <a:lvl2pPr lvl="1">
              <a:lnSpc>
                <a:spcPct val="80000"/>
              </a:lnSpc>
              <a:spcBef>
                <a:spcPts val="0"/>
              </a:spcBef>
              <a:spcAft>
                <a:spcPts val="0"/>
              </a:spcAft>
              <a:buClr>
                <a:schemeClr val="dk1"/>
              </a:buClr>
              <a:buSzPts val="3600"/>
              <a:buNone/>
              <a:defRPr/>
            </a:lvl2pPr>
            <a:lvl3pPr lvl="2">
              <a:lnSpc>
                <a:spcPct val="80000"/>
              </a:lnSpc>
              <a:spcBef>
                <a:spcPts val="0"/>
              </a:spcBef>
              <a:spcAft>
                <a:spcPts val="0"/>
              </a:spcAft>
              <a:buClr>
                <a:schemeClr val="dk1"/>
              </a:buClr>
              <a:buSzPts val="3600"/>
              <a:buNone/>
              <a:defRPr/>
            </a:lvl3pPr>
            <a:lvl4pPr lvl="3">
              <a:lnSpc>
                <a:spcPct val="80000"/>
              </a:lnSpc>
              <a:spcBef>
                <a:spcPts val="0"/>
              </a:spcBef>
              <a:spcAft>
                <a:spcPts val="0"/>
              </a:spcAft>
              <a:buClr>
                <a:schemeClr val="dk1"/>
              </a:buClr>
              <a:buSzPts val="3600"/>
              <a:buNone/>
              <a:defRPr/>
            </a:lvl4pPr>
            <a:lvl5pPr lvl="4">
              <a:lnSpc>
                <a:spcPct val="80000"/>
              </a:lnSpc>
              <a:spcBef>
                <a:spcPts val="0"/>
              </a:spcBef>
              <a:spcAft>
                <a:spcPts val="0"/>
              </a:spcAft>
              <a:buClr>
                <a:schemeClr val="dk1"/>
              </a:buClr>
              <a:buSzPts val="3600"/>
              <a:buNone/>
              <a:defRPr/>
            </a:lvl5pPr>
            <a:lvl6pPr lvl="5">
              <a:lnSpc>
                <a:spcPct val="80000"/>
              </a:lnSpc>
              <a:spcBef>
                <a:spcPts val="0"/>
              </a:spcBef>
              <a:spcAft>
                <a:spcPts val="0"/>
              </a:spcAft>
              <a:buClr>
                <a:schemeClr val="dk1"/>
              </a:buClr>
              <a:buSzPts val="3600"/>
              <a:buNone/>
              <a:defRPr/>
            </a:lvl6pPr>
            <a:lvl7pPr lvl="6">
              <a:lnSpc>
                <a:spcPct val="80000"/>
              </a:lnSpc>
              <a:spcBef>
                <a:spcPts val="0"/>
              </a:spcBef>
              <a:spcAft>
                <a:spcPts val="0"/>
              </a:spcAft>
              <a:buClr>
                <a:schemeClr val="dk1"/>
              </a:buClr>
              <a:buSzPts val="3600"/>
              <a:buNone/>
              <a:defRPr/>
            </a:lvl7pPr>
            <a:lvl8pPr lvl="7">
              <a:lnSpc>
                <a:spcPct val="80000"/>
              </a:lnSpc>
              <a:spcBef>
                <a:spcPts val="0"/>
              </a:spcBef>
              <a:spcAft>
                <a:spcPts val="0"/>
              </a:spcAft>
              <a:buClr>
                <a:schemeClr val="dk1"/>
              </a:buClr>
              <a:buSzPts val="3600"/>
              <a:buNone/>
              <a:defRPr/>
            </a:lvl8pPr>
            <a:lvl9pPr lvl="8">
              <a:lnSpc>
                <a:spcPct val="80000"/>
              </a:lnSpc>
              <a:spcBef>
                <a:spcPts val="0"/>
              </a:spcBef>
              <a:spcAft>
                <a:spcPts val="0"/>
              </a:spcAft>
              <a:buClr>
                <a:schemeClr val="dk1"/>
              </a:buClr>
              <a:buSzPts val="36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ONE_COLUMN_TEXT_1_1">
    <p:spTree>
      <p:nvGrpSpPr>
        <p:cNvPr id="312" name="Shape 312"/>
        <p:cNvGrpSpPr/>
        <p:nvPr/>
      </p:nvGrpSpPr>
      <p:grpSpPr>
        <a:xfrm>
          <a:off x="0" y="0"/>
          <a:ext cx="0" cy="0"/>
          <a:chOff x="0" y="0"/>
          <a:chExt cx="0" cy="0"/>
        </a:xfrm>
      </p:grpSpPr>
      <p:sp>
        <p:nvSpPr>
          <p:cNvPr id="313" name="Google Shape;313;p39"/>
          <p:cNvSpPr/>
          <p:nvPr>
            <p:ph idx="2" type="pic"/>
          </p:nvPr>
        </p:nvSpPr>
        <p:spPr>
          <a:xfrm>
            <a:off x="0" y="0"/>
            <a:ext cx="9144000" cy="51435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ONE_COLUMN_TEXT_1_2">
    <p:spTree>
      <p:nvGrpSpPr>
        <p:cNvPr id="314" name="Shape 314"/>
        <p:cNvGrpSpPr/>
        <p:nvPr/>
      </p:nvGrpSpPr>
      <p:grpSpPr>
        <a:xfrm>
          <a:off x="0" y="0"/>
          <a:ext cx="0" cy="0"/>
          <a:chOff x="0" y="0"/>
          <a:chExt cx="0" cy="0"/>
        </a:xfrm>
      </p:grpSpPr>
      <p:sp>
        <p:nvSpPr>
          <p:cNvPr id="315" name="Google Shape;315;p40"/>
          <p:cNvSpPr/>
          <p:nvPr>
            <p:ph idx="2" type="pic"/>
          </p:nvPr>
        </p:nvSpPr>
        <p:spPr>
          <a:xfrm>
            <a:off x="6834675" y="114300"/>
            <a:ext cx="2202000" cy="2352000"/>
          </a:xfrm>
          <a:prstGeom prst="rect">
            <a:avLst/>
          </a:prstGeom>
          <a:noFill/>
          <a:ln>
            <a:noFill/>
          </a:ln>
        </p:spPr>
      </p:sp>
      <p:sp>
        <p:nvSpPr>
          <p:cNvPr id="316" name="Google Shape;316;p40"/>
          <p:cNvSpPr/>
          <p:nvPr>
            <p:ph idx="3" type="pic"/>
          </p:nvPr>
        </p:nvSpPr>
        <p:spPr>
          <a:xfrm>
            <a:off x="4617833" y="114321"/>
            <a:ext cx="930900" cy="2360100"/>
          </a:xfrm>
          <a:prstGeom prst="rect">
            <a:avLst/>
          </a:prstGeom>
          <a:noFill/>
          <a:ln>
            <a:noFill/>
          </a:ln>
        </p:spPr>
      </p:sp>
      <p:sp>
        <p:nvSpPr>
          <p:cNvPr id="317" name="Google Shape;317;p40"/>
          <p:cNvSpPr/>
          <p:nvPr>
            <p:ph idx="4" type="pic"/>
          </p:nvPr>
        </p:nvSpPr>
        <p:spPr>
          <a:xfrm>
            <a:off x="5617550" y="114300"/>
            <a:ext cx="1148400" cy="1147800"/>
          </a:xfrm>
          <a:prstGeom prst="rect">
            <a:avLst/>
          </a:prstGeom>
          <a:noFill/>
          <a:ln>
            <a:noFill/>
          </a:ln>
        </p:spPr>
      </p:sp>
      <p:sp>
        <p:nvSpPr>
          <p:cNvPr id="318" name="Google Shape;318;p40"/>
          <p:cNvSpPr/>
          <p:nvPr>
            <p:ph idx="5" type="pic"/>
          </p:nvPr>
        </p:nvSpPr>
        <p:spPr>
          <a:xfrm>
            <a:off x="5617550" y="1326310"/>
            <a:ext cx="1148400" cy="1147800"/>
          </a:xfrm>
          <a:prstGeom prst="rect">
            <a:avLst/>
          </a:prstGeom>
          <a:noFill/>
          <a:ln>
            <a:noFill/>
          </a:ln>
        </p:spPr>
      </p:sp>
      <p:sp>
        <p:nvSpPr>
          <p:cNvPr id="319" name="Google Shape;319;p40"/>
          <p:cNvSpPr/>
          <p:nvPr>
            <p:ph idx="6" type="pic"/>
          </p:nvPr>
        </p:nvSpPr>
        <p:spPr>
          <a:xfrm>
            <a:off x="2648575" y="114300"/>
            <a:ext cx="1913400" cy="2360100"/>
          </a:xfrm>
          <a:prstGeom prst="rect">
            <a:avLst/>
          </a:prstGeom>
          <a:noFill/>
          <a:ln>
            <a:noFill/>
          </a:ln>
        </p:spPr>
      </p:sp>
      <p:sp>
        <p:nvSpPr>
          <p:cNvPr id="320" name="Google Shape;320;p40"/>
          <p:cNvSpPr/>
          <p:nvPr>
            <p:ph idx="7" type="pic"/>
          </p:nvPr>
        </p:nvSpPr>
        <p:spPr>
          <a:xfrm>
            <a:off x="2648575" y="2544579"/>
            <a:ext cx="2900100" cy="2433600"/>
          </a:xfrm>
          <a:prstGeom prst="rect">
            <a:avLst/>
          </a:prstGeom>
          <a:noFill/>
          <a:ln>
            <a:noFill/>
          </a:ln>
        </p:spPr>
      </p:sp>
      <p:sp>
        <p:nvSpPr>
          <p:cNvPr id="321" name="Google Shape;321;p40"/>
          <p:cNvSpPr/>
          <p:nvPr>
            <p:ph idx="8" type="pic"/>
          </p:nvPr>
        </p:nvSpPr>
        <p:spPr>
          <a:xfrm>
            <a:off x="5617550" y="2546826"/>
            <a:ext cx="1148400" cy="2433600"/>
          </a:xfrm>
          <a:prstGeom prst="rect">
            <a:avLst/>
          </a:prstGeom>
          <a:noFill/>
          <a:ln>
            <a:noFill/>
          </a:ln>
        </p:spPr>
      </p:sp>
      <p:sp>
        <p:nvSpPr>
          <p:cNvPr id="322" name="Google Shape;322;p40"/>
          <p:cNvSpPr/>
          <p:nvPr>
            <p:ph idx="9" type="pic"/>
          </p:nvPr>
        </p:nvSpPr>
        <p:spPr>
          <a:xfrm>
            <a:off x="6834675" y="2546825"/>
            <a:ext cx="2202000" cy="1174500"/>
          </a:xfrm>
          <a:prstGeom prst="rect">
            <a:avLst/>
          </a:prstGeom>
          <a:noFill/>
          <a:ln>
            <a:noFill/>
          </a:ln>
        </p:spPr>
      </p:sp>
      <p:cxnSp>
        <p:nvCxnSpPr>
          <p:cNvPr id="323" name="Google Shape;323;p40"/>
          <p:cNvCxnSpPr/>
          <p:nvPr/>
        </p:nvCxnSpPr>
        <p:spPr>
          <a:xfrm rot="10800000">
            <a:off x="2569404" y="66000"/>
            <a:ext cx="0" cy="5011500"/>
          </a:xfrm>
          <a:prstGeom prst="straightConnector1">
            <a:avLst/>
          </a:prstGeom>
          <a:noFill/>
          <a:ln cap="flat" cmpd="sng" w="19050">
            <a:solidFill>
              <a:schemeClr val="dk1"/>
            </a:solidFill>
            <a:prstDash val="solid"/>
            <a:round/>
            <a:headEnd len="med" w="med" type="none"/>
            <a:tailEnd len="med" w="med" type="none"/>
          </a:ln>
        </p:spPr>
      </p:cxnSp>
      <p:sp>
        <p:nvSpPr>
          <p:cNvPr id="324" name="Google Shape;324;p40"/>
          <p:cNvSpPr txBox="1"/>
          <p:nvPr>
            <p:ph type="title"/>
          </p:nvPr>
        </p:nvSpPr>
        <p:spPr>
          <a:xfrm>
            <a:off x="73225" y="41875"/>
            <a:ext cx="2426400" cy="1631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25" name="Google Shape;325;p40"/>
          <p:cNvSpPr/>
          <p:nvPr>
            <p:ph idx="13" type="pic"/>
          </p:nvPr>
        </p:nvSpPr>
        <p:spPr>
          <a:xfrm>
            <a:off x="6834675" y="3803698"/>
            <a:ext cx="2202000" cy="11745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0">
    <p:bg>
      <p:bgPr>
        <a:solidFill>
          <a:schemeClr val="dk1"/>
        </a:solidFill>
      </p:bgPr>
    </p:bg>
    <p:spTree>
      <p:nvGrpSpPr>
        <p:cNvPr id="330" name="Shape 330"/>
        <p:cNvGrpSpPr/>
        <p:nvPr/>
      </p:nvGrpSpPr>
      <p:grpSpPr>
        <a:xfrm>
          <a:off x="0" y="0"/>
          <a:ext cx="0" cy="0"/>
          <a:chOff x="0" y="0"/>
          <a:chExt cx="0" cy="0"/>
        </a:xfrm>
      </p:grpSpPr>
      <p:sp>
        <p:nvSpPr>
          <p:cNvPr id="331" name="Google Shape;331;p42"/>
          <p:cNvSpPr txBox="1"/>
          <p:nvPr>
            <p:ph type="title"/>
          </p:nvPr>
        </p:nvSpPr>
        <p:spPr>
          <a:xfrm>
            <a:off x="834075" y="380975"/>
            <a:ext cx="7370100" cy="3707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0"/>
              <a:buNone/>
              <a:defRPr sz="9000">
                <a:solidFill>
                  <a:schemeClr val="lt1"/>
                </a:solidFill>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332" name="Google Shape;332;p42"/>
          <p:cNvSpPr/>
          <p:nvPr>
            <p:ph idx="2" type="pic"/>
          </p:nvPr>
        </p:nvSpPr>
        <p:spPr>
          <a:xfrm>
            <a:off x="3402550" y="1754700"/>
            <a:ext cx="2456400" cy="1634100"/>
          </a:xfrm>
          <a:prstGeom prst="roundRect">
            <a:avLst>
              <a:gd fmla="val 0" name="adj"/>
            </a:avLst>
          </a:prstGeom>
          <a:noFill/>
          <a:ln>
            <a:noFill/>
          </a:ln>
        </p:spPr>
      </p:sp>
      <p:sp>
        <p:nvSpPr>
          <p:cNvPr id="333" name="Google Shape;333;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
    <p:spTree>
      <p:nvGrpSpPr>
        <p:cNvPr id="334" name="Shape 334"/>
        <p:cNvGrpSpPr/>
        <p:nvPr/>
      </p:nvGrpSpPr>
      <p:grpSpPr>
        <a:xfrm>
          <a:off x="0" y="0"/>
          <a:ext cx="0" cy="0"/>
          <a:chOff x="0" y="0"/>
          <a:chExt cx="0" cy="0"/>
        </a:xfrm>
      </p:grpSpPr>
      <p:sp>
        <p:nvSpPr>
          <p:cNvPr id="335" name="Google Shape;335;p43"/>
          <p:cNvSpPr txBox="1"/>
          <p:nvPr>
            <p:ph type="title"/>
          </p:nvPr>
        </p:nvSpPr>
        <p:spPr>
          <a:xfrm>
            <a:off x="254000" y="270175"/>
            <a:ext cx="40131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336" name="Google Shape;336;p43"/>
          <p:cNvSpPr txBox="1"/>
          <p:nvPr>
            <p:ph idx="1" type="body"/>
          </p:nvPr>
        </p:nvSpPr>
        <p:spPr>
          <a:xfrm>
            <a:off x="254000" y="1872575"/>
            <a:ext cx="3720000" cy="1993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337" name="Google Shape;337;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accent3"/>
                </a:solidFill>
              </a:defRPr>
            </a:lvl1pPr>
            <a:lvl2pPr lvl="1">
              <a:buNone/>
              <a:defRPr>
                <a:solidFill>
                  <a:schemeClr val="accent3"/>
                </a:solidFill>
              </a:defRPr>
            </a:lvl2pPr>
            <a:lvl3pPr lvl="2">
              <a:buNone/>
              <a:defRPr>
                <a:solidFill>
                  <a:schemeClr val="accent3"/>
                </a:solidFill>
              </a:defRPr>
            </a:lvl3pPr>
            <a:lvl4pPr lvl="3">
              <a:buNone/>
              <a:defRPr>
                <a:solidFill>
                  <a:schemeClr val="accent3"/>
                </a:solidFill>
              </a:defRPr>
            </a:lvl4pPr>
            <a:lvl5pPr lvl="4">
              <a:buNone/>
              <a:defRPr>
                <a:solidFill>
                  <a:schemeClr val="accent3"/>
                </a:solidFill>
              </a:defRPr>
            </a:lvl5pPr>
            <a:lvl6pPr lvl="5">
              <a:buNone/>
              <a:defRPr>
                <a:solidFill>
                  <a:schemeClr val="accent3"/>
                </a:solidFill>
              </a:defRPr>
            </a:lvl6pPr>
            <a:lvl7pPr lvl="6">
              <a:buNone/>
              <a:defRPr>
                <a:solidFill>
                  <a:schemeClr val="accent3"/>
                </a:solidFill>
              </a:defRPr>
            </a:lvl7pPr>
            <a:lvl8pPr lvl="7">
              <a:buNone/>
              <a:defRPr>
                <a:solidFill>
                  <a:schemeClr val="accent3"/>
                </a:solidFill>
              </a:defRPr>
            </a:lvl8pPr>
            <a:lvl9pPr lvl="8">
              <a:buNone/>
              <a:defRPr>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
        <p:nvSpPr>
          <p:cNvPr id="338" name="Google Shape;338;p43"/>
          <p:cNvSpPr/>
          <p:nvPr>
            <p:ph idx="2" type="pic"/>
          </p:nvPr>
        </p:nvSpPr>
        <p:spPr>
          <a:xfrm>
            <a:off x="4510950" y="0"/>
            <a:ext cx="4632900" cy="51591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Text">
  <p:cSld name="CUSTOM_13">
    <p:bg>
      <p:bgPr>
        <a:solidFill>
          <a:schemeClr val="accent2"/>
        </a:solidFill>
      </p:bgPr>
    </p:bg>
    <p:spTree>
      <p:nvGrpSpPr>
        <p:cNvPr id="339" name="Shape 339"/>
        <p:cNvGrpSpPr/>
        <p:nvPr/>
      </p:nvGrpSpPr>
      <p:grpSpPr>
        <a:xfrm>
          <a:off x="0" y="0"/>
          <a:ext cx="0" cy="0"/>
          <a:chOff x="0" y="0"/>
          <a:chExt cx="0" cy="0"/>
        </a:xfrm>
      </p:grpSpPr>
      <p:sp>
        <p:nvSpPr>
          <p:cNvPr id="340" name="Google Shape;340;p44"/>
          <p:cNvSpPr/>
          <p:nvPr>
            <p:ph idx="2" type="pic"/>
          </p:nvPr>
        </p:nvSpPr>
        <p:spPr>
          <a:xfrm>
            <a:off x="0" y="25"/>
            <a:ext cx="4632900" cy="2578200"/>
          </a:xfrm>
          <a:prstGeom prst="rect">
            <a:avLst/>
          </a:prstGeom>
          <a:noFill/>
          <a:ln>
            <a:noFill/>
          </a:ln>
        </p:spPr>
      </p:sp>
      <p:sp>
        <p:nvSpPr>
          <p:cNvPr id="341" name="Google Shape;341;p44"/>
          <p:cNvSpPr/>
          <p:nvPr>
            <p:ph idx="3" type="pic"/>
          </p:nvPr>
        </p:nvSpPr>
        <p:spPr>
          <a:xfrm>
            <a:off x="0" y="2565275"/>
            <a:ext cx="4632900" cy="2578200"/>
          </a:xfrm>
          <a:prstGeom prst="rect">
            <a:avLst/>
          </a:prstGeom>
          <a:noFill/>
          <a:ln>
            <a:noFill/>
          </a:ln>
        </p:spPr>
      </p:sp>
      <p:sp>
        <p:nvSpPr>
          <p:cNvPr id="342" name="Google Shape;342;p44"/>
          <p:cNvSpPr txBox="1"/>
          <p:nvPr>
            <p:ph type="title"/>
          </p:nvPr>
        </p:nvSpPr>
        <p:spPr>
          <a:xfrm>
            <a:off x="4876800" y="270175"/>
            <a:ext cx="40131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343" name="Google Shape;343;p44"/>
          <p:cNvSpPr txBox="1"/>
          <p:nvPr>
            <p:ph idx="1" type="body"/>
          </p:nvPr>
        </p:nvSpPr>
        <p:spPr>
          <a:xfrm>
            <a:off x="4876800" y="2024975"/>
            <a:ext cx="3720000" cy="1993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344" name="Google Shape;344;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1">
    <p:bg>
      <p:bgPr>
        <a:solidFill>
          <a:schemeClr val="dk1"/>
        </a:solidFill>
      </p:bgPr>
    </p:bg>
    <p:spTree>
      <p:nvGrpSpPr>
        <p:cNvPr id="345" name="Shape 345"/>
        <p:cNvGrpSpPr/>
        <p:nvPr/>
      </p:nvGrpSpPr>
      <p:grpSpPr>
        <a:xfrm>
          <a:off x="0" y="0"/>
          <a:ext cx="0" cy="0"/>
          <a:chOff x="0" y="0"/>
          <a:chExt cx="0" cy="0"/>
        </a:xfrm>
      </p:grpSpPr>
      <p:sp>
        <p:nvSpPr>
          <p:cNvPr id="346" name="Google Shape;346;p45"/>
          <p:cNvSpPr txBox="1"/>
          <p:nvPr>
            <p:ph type="title"/>
          </p:nvPr>
        </p:nvSpPr>
        <p:spPr>
          <a:xfrm>
            <a:off x="254000" y="270175"/>
            <a:ext cx="85326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cxnSp>
        <p:nvCxnSpPr>
          <p:cNvPr id="347" name="Google Shape;347;p45"/>
          <p:cNvCxnSpPr/>
          <p:nvPr/>
        </p:nvCxnSpPr>
        <p:spPr>
          <a:xfrm>
            <a:off x="3394331" y="1332925"/>
            <a:ext cx="0" cy="432300"/>
          </a:xfrm>
          <a:prstGeom prst="straightConnector1">
            <a:avLst/>
          </a:prstGeom>
          <a:noFill/>
          <a:ln cap="flat" cmpd="sng" w="19050">
            <a:solidFill>
              <a:schemeClr val="accent1"/>
            </a:solidFill>
            <a:prstDash val="solid"/>
            <a:round/>
            <a:headEnd len="med" w="med" type="none"/>
            <a:tailEnd len="med" w="med" type="none"/>
          </a:ln>
        </p:spPr>
      </p:cxnSp>
      <p:sp>
        <p:nvSpPr>
          <p:cNvPr id="348" name="Google Shape;348;p45"/>
          <p:cNvSpPr txBox="1"/>
          <p:nvPr>
            <p:ph idx="1" type="subTitle"/>
          </p:nvPr>
        </p:nvSpPr>
        <p:spPr>
          <a:xfrm>
            <a:off x="1614000" y="1379125"/>
            <a:ext cx="1770000" cy="339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1pPr>
            <a:lvl2pPr lvl="1"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2pPr>
            <a:lvl3pPr lvl="2"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3pPr>
            <a:lvl4pPr lvl="3"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4pPr>
            <a:lvl5pPr lvl="4"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5pPr>
            <a:lvl6pPr lvl="5"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6pPr>
            <a:lvl7pPr lvl="6"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7pPr>
            <a:lvl8pPr lvl="7"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8pPr>
            <a:lvl9pPr lvl="8"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9pPr>
          </a:lstStyle>
          <a:p/>
        </p:txBody>
      </p:sp>
      <p:cxnSp>
        <p:nvCxnSpPr>
          <p:cNvPr id="349" name="Google Shape;349;p45"/>
          <p:cNvCxnSpPr/>
          <p:nvPr/>
        </p:nvCxnSpPr>
        <p:spPr>
          <a:xfrm>
            <a:off x="5174663" y="1332925"/>
            <a:ext cx="0" cy="432300"/>
          </a:xfrm>
          <a:prstGeom prst="straightConnector1">
            <a:avLst/>
          </a:prstGeom>
          <a:noFill/>
          <a:ln cap="flat" cmpd="sng" w="19050">
            <a:solidFill>
              <a:schemeClr val="accent1"/>
            </a:solidFill>
            <a:prstDash val="solid"/>
            <a:round/>
            <a:headEnd len="med" w="med" type="none"/>
            <a:tailEnd len="med" w="med" type="none"/>
          </a:ln>
        </p:spPr>
      </p:cxnSp>
      <p:sp>
        <p:nvSpPr>
          <p:cNvPr id="350" name="Google Shape;350;p45"/>
          <p:cNvSpPr txBox="1"/>
          <p:nvPr>
            <p:ph idx="2" type="subTitle"/>
          </p:nvPr>
        </p:nvSpPr>
        <p:spPr>
          <a:xfrm>
            <a:off x="3394331" y="1379125"/>
            <a:ext cx="1770000" cy="339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1pPr>
            <a:lvl2pPr lvl="1"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2pPr>
            <a:lvl3pPr lvl="2"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3pPr>
            <a:lvl4pPr lvl="3"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4pPr>
            <a:lvl5pPr lvl="4"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5pPr>
            <a:lvl6pPr lvl="5"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6pPr>
            <a:lvl7pPr lvl="6"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7pPr>
            <a:lvl8pPr lvl="7"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8pPr>
            <a:lvl9pPr lvl="8"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9pPr>
          </a:lstStyle>
          <a:p/>
        </p:txBody>
      </p:sp>
      <p:cxnSp>
        <p:nvCxnSpPr>
          <p:cNvPr id="351" name="Google Shape;351;p45"/>
          <p:cNvCxnSpPr/>
          <p:nvPr/>
        </p:nvCxnSpPr>
        <p:spPr>
          <a:xfrm>
            <a:off x="6954994" y="1332925"/>
            <a:ext cx="0" cy="432300"/>
          </a:xfrm>
          <a:prstGeom prst="straightConnector1">
            <a:avLst/>
          </a:prstGeom>
          <a:noFill/>
          <a:ln cap="flat" cmpd="sng" w="19050">
            <a:solidFill>
              <a:schemeClr val="accent1"/>
            </a:solidFill>
            <a:prstDash val="solid"/>
            <a:round/>
            <a:headEnd len="med" w="med" type="none"/>
            <a:tailEnd len="med" w="med" type="none"/>
          </a:ln>
        </p:spPr>
      </p:cxnSp>
      <p:sp>
        <p:nvSpPr>
          <p:cNvPr id="352" name="Google Shape;352;p45"/>
          <p:cNvSpPr txBox="1"/>
          <p:nvPr>
            <p:ph idx="3" type="subTitle"/>
          </p:nvPr>
        </p:nvSpPr>
        <p:spPr>
          <a:xfrm>
            <a:off x="5174663" y="1379125"/>
            <a:ext cx="1770000" cy="339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1pPr>
            <a:lvl2pPr lvl="1"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2pPr>
            <a:lvl3pPr lvl="2"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3pPr>
            <a:lvl4pPr lvl="3"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4pPr>
            <a:lvl5pPr lvl="4"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5pPr>
            <a:lvl6pPr lvl="5"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6pPr>
            <a:lvl7pPr lvl="6"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7pPr>
            <a:lvl8pPr lvl="7"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8pPr>
            <a:lvl9pPr lvl="8"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9pPr>
          </a:lstStyle>
          <a:p/>
        </p:txBody>
      </p:sp>
      <p:sp>
        <p:nvSpPr>
          <p:cNvPr id="353" name="Google Shape;353;p45"/>
          <p:cNvSpPr txBox="1"/>
          <p:nvPr>
            <p:ph idx="4" type="subTitle"/>
          </p:nvPr>
        </p:nvSpPr>
        <p:spPr>
          <a:xfrm>
            <a:off x="6954994" y="1379125"/>
            <a:ext cx="1770000" cy="339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1pPr>
            <a:lvl2pPr lvl="1"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2pPr>
            <a:lvl3pPr lvl="2"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3pPr>
            <a:lvl4pPr lvl="3"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4pPr>
            <a:lvl5pPr lvl="4"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5pPr>
            <a:lvl6pPr lvl="5"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6pPr>
            <a:lvl7pPr lvl="6"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7pPr>
            <a:lvl8pPr lvl="7"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8pPr>
            <a:lvl9pPr lvl="8" algn="ctr">
              <a:spcBef>
                <a:spcPts val="0"/>
              </a:spcBef>
              <a:spcAft>
                <a:spcPts val="0"/>
              </a:spcAft>
              <a:buClr>
                <a:schemeClr val="lt1"/>
              </a:buClr>
              <a:buSzPts val="1200"/>
              <a:buFont typeface="IBM Plex Sans Light"/>
              <a:buNone/>
              <a:defRPr sz="1200">
                <a:solidFill>
                  <a:schemeClr val="lt1"/>
                </a:solidFill>
                <a:latin typeface="IBM Plex Sans Light"/>
                <a:ea typeface="IBM Plex Sans Light"/>
                <a:cs typeface="IBM Plex Sans Light"/>
                <a:sym typeface="IBM Plex Sans Light"/>
              </a:defRPr>
            </a:lvl9pPr>
          </a:lstStyle>
          <a:p/>
        </p:txBody>
      </p:sp>
      <p:sp>
        <p:nvSpPr>
          <p:cNvPr id="354" name="Google Shape;354;p45"/>
          <p:cNvSpPr txBox="1"/>
          <p:nvPr>
            <p:ph idx="5" type="subTitle"/>
          </p:nvPr>
        </p:nvSpPr>
        <p:spPr>
          <a:xfrm>
            <a:off x="344000" y="2103025"/>
            <a:ext cx="171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IBM Plex Sans SemiBold"/>
              <a:buNone/>
              <a:defRPr>
                <a:solidFill>
                  <a:schemeClr val="lt1"/>
                </a:solidFill>
              </a:defRPr>
            </a:lvl1pPr>
            <a:lvl2pPr lvl="1">
              <a:spcBef>
                <a:spcPts val="0"/>
              </a:spcBef>
              <a:spcAft>
                <a:spcPts val="0"/>
              </a:spcAft>
              <a:buClr>
                <a:schemeClr val="lt1"/>
              </a:buClr>
              <a:buSzPts val="1400"/>
              <a:buFont typeface="IBM Plex Sans SemiBold"/>
              <a:buNone/>
              <a:defRPr>
                <a:solidFill>
                  <a:schemeClr val="lt1"/>
                </a:solidFill>
              </a:defRPr>
            </a:lvl2pPr>
            <a:lvl3pPr lvl="2">
              <a:spcBef>
                <a:spcPts val="0"/>
              </a:spcBef>
              <a:spcAft>
                <a:spcPts val="0"/>
              </a:spcAft>
              <a:buClr>
                <a:schemeClr val="lt1"/>
              </a:buClr>
              <a:buSzPts val="1400"/>
              <a:buFont typeface="IBM Plex Sans SemiBold"/>
              <a:buNone/>
              <a:defRPr>
                <a:solidFill>
                  <a:schemeClr val="lt1"/>
                </a:solidFill>
              </a:defRPr>
            </a:lvl3pPr>
            <a:lvl4pPr lvl="3">
              <a:spcBef>
                <a:spcPts val="0"/>
              </a:spcBef>
              <a:spcAft>
                <a:spcPts val="0"/>
              </a:spcAft>
              <a:buClr>
                <a:schemeClr val="lt1"/>
              </a:buClr>
              <a:buSzPts val="1400"/>
              <a:buFont typeface="IBM Plex Sans SemiBold"/>
              <a:buNone/>
              <a:defRPr>
                <a:solidFill>
                  <a:schemeClr val="lt1"/>
                </a:solidFill>
              </a:defRPr>
            </a:lvl4pPr>
            <a:lvl5pPr lvl="4">
              <a:spcBef>
                <a:spcPts val="0"/>
              </a:spcBef>
              <a:spcAft>
                <a:spcPts val="0"/>
              </a:spcAft>
              <a:buClr>
                <a:schemeClr val="lt1"/>
              </a:buClr>
              <a:buSzPts val="1400"/>
              <a:buFont typeface="IBM Plex Sans SemiBold"/>
              <a:buNone/>
              <a:defRPr>
                <a:solidFill>
                  <a:schemeClr val="lt1"/>
                </a:solidFill>
              </a:defRPr>
            </a:lvl5pPr>
            <a:lvl6pPr lvl="5">
              <a:spcBef>
                <a:spcPts val="0"/>
              </a:spcBef>
              <a:spcAft>
                <a:spcPts val="0"/>
              </a:spcAft>
              <a:buClr>
                <a:schemeClr val="lt1"/>
              </a:buClr>
              <a:buSzPts val="1400"/>
              <a:buFont typeface="IBM Plex Sans SemiBold"/>
              <a:buNone/>
              <a:defRPr>
                <a:solidFill>
                  <a:schemeClr val="lt1"/>
                </a:solidFill>
              </a:defRPr>
            </a:lvl6pPr>
            <a:lvl7pPr lvl="6">
              <a:spcBef>
                <a:spcPts val="0"/>
              </a:spcBef>
              <a:spcAft>
                <a:spcPts val="0"/>
              </a:spcAft>
              <a:buClr>
                <a:schemeClr val="lt1"/>
              </a:buClr>
              <a:buSzPts val="1400"/>
              <a:buFont typeface="IBM Plex Sans SemiBold"/>
              <a:buNone/>
              <a:defRPr>
                <a:solidFill>
                  <a:schemeClr val="lt1"/>
                </a:solidFill>
              </a:defRPr>
            </a:lvl7pPr>
            <a:lvl8pPr lvl="7">
              <a:spcBef>
                <a:spcPts val="0"/>
              </a:spcBef>
              <a:spcAft>
                <a:spcPts val="0"/>
              </a:spcAft>
              <a:buClr>
                <a:schemeClr val="lt1"/>
              </a:buClr>
              <a:buSzPts val="1400"/>
              <a:buFont typeface="IBM Plex Sans SemiBold"/>
              <a:buNone/>
              <a:defRPr>
                <a:solidFill>
                  <a:schemeClr val="lt1"/>
                </a:solidFill>
              </a:defRPr>
            </a:lvl8pPr>
            <a:lvl9pPr lvl="8">
              <a:spcBef>
                <a:spcPts val="0"/>
              </a:spcBef>
              <a:spcAft>
                <a:spcPts val="0"/>
              </a:spcAft>
              <a:buClr>
                <a:schemeClr val="lt1"/>
              </a:buClr>
              <a:buSzPts val="1400"/>
              <a:buFont typeface="IBM Plex Sans SemiBold"/>
              <a:buNone/>
              <a:defRPr>
                <a:solidFill>
                  <a:schemeClr val="lt1"/>
                </a:solidFill>
              </a:defRPr>
            </a:lvl9pPr>
          </a:lstStyle>
          <a:p/>
        </p:txBody>
      </p:sp>
      <p:sp>
        <p:nvSpPr>
          <p:cNvPr id="355" name="Google Shape;355;p45"/>
          <p:cNvSpPr txBox="1"/>
          <p:nvPr>
            <p:ph idx="6" type="subTitle"/>
          </p:nvPr>
        </p:nvSpPr>
        <p:spPr>
          <a:xfrm>
            <a:off x="344000" y="2636425"/>
            <a:ext cx="171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IBM Plex Sans SemiBold"/>
              <a:buNone/>
              <a:defRPr>
                <a:solidFill>
                  <a:schemeClr val="lt1"/>
                </a:solidFill>
              </a:defRPr>
            </a:lvl1pPr>
            <a:lvl2pPr lvl="1">
              <a:spcBef>
                <a:spcPts val="0"/>
              </a:spcBef>
              <a:spcAft>
                <a:spcPts val="0"/>
              </a:spcAft>
              <a:buClr>
                <a:schemeClr val="lt1"/>
              </a:buClr>
              <a:buSzPts val="1400"/>
              <a:buFont typeface="IBM Plex Sans SemiBold"/>
              <a:buNone/>
              <a:defRPr>
                <a:solidFill>
                  <a:schemeClr val="lt1"/>
                </a:solidFill>
              </a:defRPr>
            </a:lvl2pPr>
            <a:lvl3pPr lvl="2">
              <a:spcBef>
                <a:spcPts val="0"/>
              </a:spcBef>
              <a:spcAft>
                <a:spcPts val="0"/>
              </a:spcAft>
              <a:buClr>
                <a:schemeClr val="lt1"/>
              </a:buClr>
              <a:buSzPts val="1400"/>
              <a:buFont typeface="IBM Plex Sans SemiBold"/>
              <a:buNone/>
              <a:defRPr>
                <a:solidFill>
                  <a:schemeClr val="lt1"/>
                </a:solidFill>
              </a:defRPr>
            </a:lvl3pPr>
            <a:lvl4pPr lvl="3">
              <a:spcBef>
                <a:spcPts val="0"/>
              </a:spcBef>
              <a:spcAft>
                <a:spcPts val="0"/>
              </a:spcAft>
              <a:buClr>
                <a:schemeClr val="lt1"/>
              </a:buClr>
              <a:buSzPts val="1400"/>
              <a:buFont typeface="IBM Plex Sans SemiBold"/>
              <a:buNone/>
              <a:defRPr>
                <a:solidFill>
                  <a:schemeClr val="lt1"/>
                </a:solidFill>
              </a:defRPr>
            </a:lvl4pPr>
            <a:lvl5pPr lvl="4">
              <a:spcBef>
                <a:spcPts val="0"/>
              </a:spcBef>
              <a:spcAft>
                <a:spcPts val="0"/>
              </a:spcAft>
              <a:buClr>
                <a:schemeClr val="lt1"/>
              </a:buClr>
              <a:buSzPts val="1400"/>
              <a:buFont typeface="IBM Plex Sans SemiBold"/>
              <a:buNone/>
              <a:defRPr>
                <a:solidFill>
                  <a:schemeClr val="lt1"/>
                </a:solidFill>
              </a:defRPr>
            </a:lvl5pPr>
            <a:lvl6pPr lvl="5">
              <a:spcBef>
                <a:spcPts val="0"/>
              </a:spcBef>
              <a:spcAft>
                <a:spcPts val="0"/>
              </a:spcAft>
              <a:buClr>
                <a:schemeClr val="lt1"/>
              </a:buClr>
              <a:buSzPts val="1400"/>
              <a:buFont typeface="IBM Plex Sans SemiBold"/>
              <a:buNone/>
              <a:defRPr>
                <a:solidFill>
                  <a:schemeClr val="lt1"/>
                </a:solidFill>
              </a:defRPr>
            </a:lvl6pPr>
            <a:lvl7pPr lvl="6">
              <a:spcBef>
                <a:spcPts val="0"/>
              </a:spcBef>
              <a:spcAft>
                <a:spcPts val="0"/>
              </a:spcAft>
              <a:buClr>
                <a:schemeClr val="lt1"/>
              </a:buClr>
              <a:buSzPts val="1400"/>
              <a:buFont typeface="IBM Plex Sans SemiBold"/>
              <a:buNone/>
              <a:defRPr>
                <a:solidFill>
                  <a:schemeClr val="lt1"/>
                </a:solidFill>
              </a:defRPr>
            </a:lvl7pPr>
            <a:lvl8pPr lvl="7">
              <a:spcBef>
                <a:spcPts val="0"/>
              </a:spcBef>
              <a:spcAft>
                <a:spcPts val="0"/>
              </a:spcAft>
              <a:buClr>
                <a:schemeClr val="lt1"/>
              </a:buClr>
              <a:buSzPts val="1400"/>
              <a:buFont typeface="IBM Plex Sans SemiBold"/>
              <a:buNone/>
              <a:defRPr>
                <a:solidFill>
                  <a:schemeClr val="lt1"/>
                </a:solidFill>
              </a:defRPr>
            </a:lvl8pPr>
            <a:lvl9pPr lvl="8">
              <a:spcBef>
                <a:spcPts val="0"/>
              </a:spcBef>
              <a:spcAft>
                <a:spcPts val="0"/>
              </a:spcAft>
              <a:buClr>
                <a:schemeClr val="lt1"/>
              </a:buClr>
              <a:buSzPts val="1400"/>
              <a:buFont typeface="IBM Plex Sans SemiBold"/>
              <a:buNone/>
              <a:defRPr>
                <a:solidFill>
                  <a:schemeClr val="lt1"/>
                </a:solidFill>
              </a:defRPr>
            </a:lvl9pPr>
          </a:lstStyle>
          <a:p/>
        </p:txBody>
      </p:sp>
      <p:sp>
        <p:nvSpPr>
          <p:cNvPr id="356" name="Google Shape;356;p45"/>
          <p:cNvSpPr txBox="1"/>
          <p:nvPr>
            <p:ph idx="7" type="subTitle"/>
          </p:nvPr>
        </p:nvSpPr>
        <p:spPr>
          <a:xfrm>
            <a:off x="344000" y="3169825"/>
            <a:ext cx="171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IBM Plex Sans SemiBold"/>
              <a:buNone/>
              <a:defRPr>
                <a:solidFill>
                  <a:schemeClr val="lt1"/>
                </a:solidFill>
              </a:defRPr>
            </a:lvl1pPr>
            <a:lvl2pPr lvl="1">
              <a:spcBef>
                <a:spcPts val="0"/>
              </a:spcBef>
              <a:spcAft>
                <a:spcPts val="0"/>
              </a:spcAft>
              <a:buClr>
                <a:schemeClr val="lt1"/>
              </a:buClr>
              <a:buSzPts val="1400"/>
              <a:buFont typeface="IBM Plex Sans SemiBold"/>
              <a:buNone/>
              <a:defRPr>
                <a:solidFill>
                  <a:schemeClr val="lt1"/>
                </a:solidFill>
              </a:defRPr>
            </a:lvl2pPr>
            <a:lvl3pPr lvl="2">
              <a:spcBef>
                <a:spcPts val="0"/>
              </a:spcBef>
              <a:spcAft>
                <a:spcPts val="0"/>
              </a:spcAft>
              <a:buClr>
                <a:schemeClr val="lt1"/>
              </a:buClr>
              <a:buSzPts val="1400"/>
              <a:buFont typeface="IBM Plex Sans SemiBold"/>
              <a:buNone/>
              <a:defRPr>
                <a:solidFill>
                  <a:schemeClr val="lt1"/>
                </a:solidFill>
              </a:defRPr>
            </a:lvl3pPr>
            <a:lvl4pPr lvl="3">
              <a:spcBef>
                <a:spcPts val="0"/>
              </a:spcBef>
              <a:spcAft>
                <a:spcPts val="0"/>
              </a:spcAft>
              <a:buClr>
                <a:schemeClr val="lt1"/>
              </a:buClr>
              <a:buSzPts val="1400"/>
              <a:buFont typeface="IBM Plex Sans SemiBold"/>
              <a:buNone/>
              <a:defRPr>
                <a:solidFill>
                  <a:schemeClr val="lt1"/>
                </a:solidFill>
              </a:defRPr>
            </a:lvl4pPr>
            <a:lvl5pPr lvl="4">
              <a:spcBef>
                <a:spcPts val="0"/>
              </a:spcBef>
              <a:spcAft>
                <a:spcPts val="0"/>
              </a:spcAft>
              <a:buClr>
                <a:schemeClr val="lt1"/>
              </a:buClr>
              <a:buSzPts val="1400"/>
              <a:buFont typeface="IBM Plex Sans SemiBold"/>
              <a:buNone/>
              <a:defRPr>
                <a:solidFill>
                  <a:schemeClr val="lt1"/>
                </a:solidFill>
              </a:defRPr>
            </a:lvl5pPr>
            <a:lvl6pPr lvl="5">
              <a:spcBef>
                <a:spcPts val="0"/>
              </a:spcBef>
              <a:spcAft>
                <a:spcPts val="0"/>
              </a:spcAft>
              <a:buClr>
                <a:schemeClr val="lt1"/>
              </a:buClr>
              <a:buSzPts val="1400"/>
              <a:buFont typeface="IBM Plex Sans SemiBold"/>
              <a:buNone/>
              <a:defRPr>
                <a:solidFill>
                  <a:schemeClr val="lt1"/>
                </a:solidFill>
              </a:defRPr>
            </a:lvl6pPr>
            <a:lvl7pPr lvl="6">
              <a:spcBef>
                <a:spcPts val="0"/>
              </a:spcBef>
              <a:spcAft>
                <a:spcPts val="0"/>
              </a:spcAft>
              <a:buClr>
                <a:schemeClr val="lt1"/>
              </a:buClr>
              <a:buSzPts val="1400"/>
              <a:buFont typeface="IBM Plex Sans SemiBold"/>
              <a:buNone/>
              <a:defRPr>
                <a:solidFill>
                  <a:schemeClr val="lt1"/>
                </a:solidFill>
              </a:defRPr>
            </a:lvl7pPr>
            <a:lvl8pPr lvl="7">
              <a:spcBef>
                <a:spcPts val="0"/>
              </a:spcBef>
              <a:spcAft>
                <a:spcPts val="0"/>
              </a:spcAft>
              <a:buClr>
                <a:schemeClr val="lt1"/>
              </a:buClr>
              <a:buSzPts val="1400"/>
              <a:buFont typeface="IBM Plex Sans SemiBold"/>
              <a:buNone/>
              <a:defRPr>
                <a:solidFill>
                  <a:schemeClr val="lt1"/>
                </a:solidFill>
              </a:defRPr>
            </a:lvl8pPr>
            <a:lvl9pPr lvl="8">
              <a:spcBef>
                <a:spcPts val="0"/>
              </a:spcBef>
              <a:spcAft>
                <a:spcPts val="0"/>
              </a:spcAft>
              <a:buClr>
                <a:schemeClr val="lt1"/>
              </a:buClr>
              <a:buSzPts val="1400"/>
              <a:buFont typeface="IBM Plex Sans SemiBold"/>
              <a:buNone/>
              <a:defRPr>
                <a:solidFill>
                  <a:schemeClr val="lt1"/>
                </a:solidFill>
              </a:defRPr>
            </a:lvl9pPr>
          </a:lstStyle>
          <a:p/>
        </p:txBody>
      </p:sp>
      <p:sp>
        <p:nvSpPr>
          <p:cNvPr id="357" name="Google Shape;357;p45"/>
          <p:cNvSpPr txBox="1"/>
          <p:nvPr>
            <p:ph idx="8" type="subTitle"/>
          </p:nvPr>
        </p:nvSpPr>
        <p:spPr>
          <a:xfrm>
            <a:off x="344000" y="3703225"/>
            <a:ext cx="171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IBM Plex Sans SemiBold"/>
              <a:buNone/>
              <a:defRPr>
                <a:solidFill>
                  <a:schemeClr val="lt1"/>
                </a:solidFill>
              </a:defRPr>
            </a:lvl1pPr>
            <a:lvl2pPr lvl="1">
              <a:spcBef>
                <a:spcPts val="0"/>
              </a:spcBef>
              <a:spcAft>
                <a:spcPts val="0"/>
              </a:spcAft>
              <a:buClr>
                <a:schemeClr val="lt1"/>
              </a:buClr>
              <a:buSzPts val="1400"/>
              <a:buFont typeface="IBM Plex Sans SemiBold"/>
              <a:buNone/>
              <a:defRPr>
                <a:solidFill>
                  <a:schemeClr val="lt1"/>
                </a:solidFill>
              </a:defRPr>
            </a:lvl2pPr>
            <a:lvl3pPr lvl="2">
              <a:spcBef>
                <a:spcPts val="0"/>
              </a:spcBef>
              <a:spcAft>
                <a:spcPts val="0"/>
              </a:spcAft>
              <a:buClr>
                <a:schemeClr val="lt1"/>
              </a:buClr>
              <a:buSzPts val="1400"/>
              <a:buFont typeface="IBM Plex Sans SemiBold"/>
              <a:buNone/>
              <a:defRPr>
                <a:solidFill>
                  <a:schemeClr val="lt1"/>
                </a:solidFill>
              </a:defRPr>
            </a:lvl3pPr>
            <a:lvl4pPr lvl="3">
              <a:spcBef>
                <a:spcPts val="0"/>
              </a:spcBef>
              <a:spcAft>
                <a:spcPts val="0"/>
              </a:spcAft>
              <a:buClr>
                <a:schemeClr val="lt1"/>
              </a:buClr>
              <a:buSzPts val="1400"/>
              <a:buFont typeface="IBM Plex Sans SemiBold"/>
              <a:buNone/>
              <a:defRPr>
                <a:solidFill>
                  <a:schemeClr val="lt1"/>
                </a:solidFill>
              </a:defRPr>
            </a:lvl4pPr>
            <a:lvl5pPr lvl="4">
              <a:spcBef>
                <a:spcPts val="0"/>
              </a:spcBef>
              <a:spcAft>
                <a:spcPts val="0"/>
              </a:spcAft>
              <a:buClr>
                <a:schemeClr val="lt1"/>
              </a:buClr>
              <a:buSzPts val="1400"/>
              <a:buFont typeface="IBM Plex Sans SemiBold"/>
              <a:buNone/>
              <a:defRPr>
                <a:solidFill>
                  <a:schemeClr val="lt1"/>
                </a:solidFill>
              </a:defRPr>
            </a:lvl5pPr>
            <a:lvl6pPr lvl="5">
              <a:spcBef>
                <a:spcPts val="0"/>
              </a:spcBef>
              <a:spcAft>
                <a:spcPts val="0"/>
              </a:spcAft>
              <a:buClr>
                <a:schemeClr val="lt1"/>
              </a:buClr>
              <a:buSzPts val="1400"/>
              <a:buFont typeface="IBM Plex Sans SemiBold"/>
              <a:buNone/>
              <a:defRPr>
                <a:solidFill>
                  <a:schemeClr val="lt1"/>
                </a:solidFill>
              </a:defRPr>
            </a:lvl6pPr>
            <a:lvl7pPr lvl="6">
              <a:spcBef>
                <a:spcPts val="0"/>
              </a:spcBef>
              <a:spcAft>
                <a:spcPts val="0"/>
              </a:spcAft>
              <a:buClr>
                <a:schemeClr val="lt1"/>
              </a:buClr>
              <a:buSzPts val="1400"/>
              <a:buFont typeface="IBM Plex Sans SemiBold"/>
              <a:buNone/>
              <a:defRPr>
                <a:solidFill>
                  <a:schemeClr val="lt1"/>
                </a:solidFill>
              </a:defRPr>
            </a:lvl7pPr>
            <a:lvl8pPr lvl="7">
              <a:spcBef>
                <a:spcPts val="0"/>
              </a:spcBef>
              <a:spcAft>
                <a:spcPts val="0"/>
              </a:spcAft>
              <a:buClr>
                <a:schemeClr val="lt1"/>
              </a:buClr>
              <a:buSzPts val="1400"/>
              <a:buFont typeface="IBM Plex Sans SemiBold"/>
              <a:buNone/>
              <a:defRPr>
                <a:solidFill>
                  <a:schemeClr val="lt1"/>
                </a:solidFill>
              </a:defRPr>
            </a:lvl8pPr>
            <a:lvl9pPr lvl="8">
              <a:spcBef>
                <a:spcPts val="0"/>
              </a:spcBef>
              <a:spcAft>
                <a:spcPts val="0"/>
              </a:spcAft>
              <a:buClr>
                <a:schemeClr val="lt1"/>
              </a:buClr>
              <a:buSzPts val="1400"/>
              <a:buFont typeface="IBM Plex Sans SemiBold"/>
              <a:buNone/>
              <a:defRPr>
                <a:solidFill>
                  <a:schemeClr val="lt1"/>
                </a:solidFill>
              </a:defRPr>
            </a:lvl9pPr>
          </a:lstStyle>
          <a:p/>
        </p:txBody>
      </p:sp>
      <p:sp>
        <p:nvSpPr>
          <p:cNvPr id="358" name="Google Shape;358;p45"/>
          <p:cNvSpPr txBox="1"/>
          <p:nvPr>
            <p:ph idx="9" type="subTitle"/>
          </p:nvPr>
        </p:nvSpPr>
        <p:spPr>
          <a:xfrm>
            <a:off x="344000" y="4236625"/>
            <a:ext cx="171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IBM Plex Sans SemiBold"/>
              <a:buNone/>
              <a:defRPr>
                <a:solidFill>
                  <a:schemeClr val="lt1"/>
                </a:solidFill>
              </a:defRPr>
            </a:lvl1pPr>
            <a:lvl2pPr lvl="1">
              <a:spcBef>
                <a:spcPts val="0"/>
              </a:spcBef>
              <a:spcAft>
                <a:spcPts val="0"/>
              </a:spcAft>
              <a:buClr>
                <a:schemeClr val="lt1"/>
              </a:buClr>
              <a:buSzPts val="1400"/>
              <a:buFont typeface="IBM Plex Sans SemiBold"/>
              <a:buNone/>
              <a:defRPr>
                <a:solidFill>
                  <a:schemeClr val="lt1"/>
                </a:solidFill>
              </a:defRPr>
            </a:lvl2pPr>
            <a:lvl3pPr lvl="2">
              <a:spcBef>
                <a:spcPts val="0"/>
              </a:spcBef>
              <a:spcAft>
                <a:spcPts val="0"/>
              </a:spcAft>
              <a:buClr>
                <a:schemeClr val="lt1"/>
              </a:buClr>
              <a:buSzPts val="1400"/>
              <a:buFont typeface="IBM Plex Sans SemiBold"/>
              <a:buNone/>
              <a:defRPr>
                <a:solidFill>
                  <a:schemeClr val="lt1"/>
                </a:solidFill>
              </a:defRPr>
            </a:lvl3pPr>
            <a:lvl4pPr lvl="3">
              <a:spcBef>
                <a:spcPts val="0"/>
              </a:spcBef>
              <a:spcAft>
                <a:spcPts val="0"/>
              </a:spcAft>
              <a:buClr>
                <a:schemeClr val="lt1"/>
              </a:buClr>
              <a:buSzPts val="1400"/>
              <a:buFont typeface="IBM Plex Sans SemiBold"/>
              <a:buNone/>
              <a:defRPr>
                <a:solidFill>
                  <a:schemeClr val="lt1"/>
                </a:solidFill>
              </a:defRPr>
            </a:lvl4pPr>
            <a:lvl5pPr lvl="4">
              <a:spcBef>
                <a:spcPts val="0"/>
              </a:spcBef>
              <a:spcAft>
                <a:spcPts val="0"/>
              </a:spcAft>
              <a:buClr>
                <a:schemeClr val="lt1"/>
              </a:buClr>
              <a:buSzPts val="1400"/>
              <a:buFont typeface="IBM Plex Sans SemiBold"/>
              <a:buNone/>
              <a:defRPr>
                <a:solidFill>
                  <a:schemeClr val="lt1"/>
                </a:solidFill>
              </a:defRPr>
            </a:lvl5pPr>
            <a:lvl6pPr lvl="5">
              <a:spcBef>
                <a:spcPts val="0"/>
              </a:spcBef>
              <a:spcAft>
                <a:spcPts val="0"/>
              </a:spcAft>
              <a:buClr>
                <a:schemeClr val="lt1"/>
              </a:buClr>
              <a:buSzPts val="1400"/>
              <a:buFont typeface="IBM Plex Sans SemiBold"/>
              <a:buNone/>
              <a:defRPr>
                <a:solidFill>
                  <a:schemeClr val="lt1"/>
                </a:solidFill>
              </a:defRPr>
            </a:lvl6pPr>
            <a:lvl7pPr lvl="6">
              <a:spcBef>
                <a:spcPts val="0"/>
              </a:spcBef>
              <a:spcAft>
                <a:spcPts val="0"/>
              </a:spcAft>
              <a:buClr>
                <a:schemeClr val="lt1"/>
              </a:buClr>
              <a:buSzPts val="1400"/>
              <a:buFont typeface="IBM Plex Sans SemiBold"/>
              <a:buNone/>
              <a:defRPr>
                <a:solidFill>
                  <a:schemeClr val="lt1"/>
                </a:solidFill>
              </a:defRPr>
            </a:lvl7pPr>
            <a:lvl8pPr lvl="7">
              <a:spcBef>
                <a:spcPts val="0"/>
              </a:spcBef>
              <a:spcAft>
                <a:spcPts val="0"/>
              </a:spcAft>
              <a:buClr>
                <a:schemeClr val="lt1"/>
              </a:buClr>
              <a:buSzPts val="1400"/>
              <a:buFont typeface="IBM Plex Sans SemiBold"/>
              <a:buNone/>
              <a:defRPr>
                <a:solidFill>
                  <a:schemeClr val="lt1"/>
                </a:solidFill>
              </a:defRPr>
            </a:lvl8pPr>
            <a:lvl9pPr lvl="8">
              <a:spcBef>
                <a:spcPts val="0"/>
              </a:spcBef>
              <a:spcAft>
                <a:spcPts val="0"/>
              </a:spcAft>
              <a:buClr>
                <a:schemeClr val="lt1"/>
              </a:buClr>
              <a:buSzPts val="1400"/>
              <a:buFont typeface="IBM Plex Sans SemiBold"/>
              <a:buNone/>
              <a:defRPr>
                <a:solidFill>
                  <a:schemeClr val="lt1"/>
                </a:solidFill>
              </a:defRPr>
            </a:lvl9pPr>
          </a:lstStyle>
          <a:p/>
        </p:txBody>
      </p:sp>
      <p:cxnSp>
        <p:nvCxnSpPr>
          <p:cNvPr id="359" name="Google Shape;359;p45"/>
          <p:cNvCxnSpPr/>
          <p:nvPr/>
        </p:nvCxnSpPr>
        <p:spPr>
          <a:xfrm>
            <a:off x="1831556" y="2272975"/>
            <a:ext cx="6766200" cy="0"/>
          </a:xfrm>
          <a:prstGeom prst="straightConnector1">
            <a:avLst/>
          </a:prstGeom>
          <a:noFill/>
          <a:ln cap="flat" cmpd="sng" w="19050">
            <a:solidFill>
              <a:schemeClr val="accent1"/>
            </a:solidFill>
            <a:prstDash val="solid"/>
            <a:round/>
            <a:headEnd len="med" w="med" type="none"/>
            <a:tailEnd len="med" w="med" type="none"/>
          </a:ln>
        </p:spPr>
      </p:cxnSp>
      <p:cxnSp>
        <p:nvCxnSpPr>
          <p:cNvPr id="360" name="Google Shape;360;p45"/>
          <p:cNvCxnSpPr/>
          <p:nvPr/>
        </p:nvCxnSpPr>
        <p:spPr>
          <a:xfrm>
            <a:off x="1831556" y="2806375"/>
            <a:ext cx="6766200" cy="0"/>
          </a:xfrm>
          <a:prstGeom prst="straightConnector1">
            <a:avLst/>
          </a:prstGeom>
          <a:noFill/>
          <a:ln cap="flat" cmpd="sng" w="19050">
            <a:solidFill>
              <a:schemeClr val="accent1"/>
            </a:solidFill>
            <a:prstDash val="solid"/>
            <a:round/>
            <a:headEnd len="med" w="med" type="none"/>
            <a:tailEnd len="med" w="med" type="none"/>
          </a:ln>
        </p:spPr>
      </p:cxnSp>
      <p:cxnSp>
        <p:nvCxnSpPr>
          <p:cNvPr id="361" name="Google Shape;361;p45"/>
          <p:cNvCxnSpPr/>
          <p:nvPr/>
        </p:nvCxnSpPr>
        <p:spPr>
          <a:xfrm>
            <a:off x="1831556" y="3339775"/>
            <a:ext cx="6766200" cy="0"/>
          </a:xfrm>
          <a:prstGeom prst="straightConnector1">
            <a:avLst/>
          </a:prstGeom>
          <a:noFill/>
          <a:ln cap="flat" cmpd="sng" w="19050">
            <a:solidFill>
              <a:schemeClr val="accent1"/>
            </a:solidFill>
            <a:prstDash val="solid"/>
            <a:round/>
            <a:headEnd len="med" w="med" type="none"/>
            <a:tailEnd len="med" w="med" type="none"/>
          </a:ln>
        </p:spPr>
      </p:cxnSp>
      <p:cxnSp>
        <p:nvCxnSpPr>
          <p:cNvPr id="362" name="Google Shape;362;p45"/>
          <p:cNvCxnSpPr/>
          <p:nvPr/>
        </p:nvCxnSpPr>
        <p:spPr>
          <a:xfrm>
            <a:off x="1831556" y="3873175"/>
            <a:ext cx="6766200" cy="0"/>
          </a:xfrm>
          <a:prstGeom prst="straightConnector1">
            <a:avLst/>
          </a:prstGeom>
          <a:noFill/>
          <a:ln cap="flat" cmpd="sng" w="19050">
            <a:solidFill>
              <a:schemeClr val="accent1"/>
            </a:solidFill>
            <a:prstDash val="solid"/>
            <a:round/>
            <a:headEnd len="med" w="med" type="none"/>
            <a:tailEnd len="med" w="med" type="none"/>
          </a:ln>
        </p:spPr>
      </p:cxnSp>
      <p:cxnSp>
        <p:nvCxnSpPr>
          <p:cNvPr id="363" name="Google Shape;363;p45"/>
          <p:cNvCxnSpPr/>
          <p:nvPr/>
        </p:nvCxnSpPr>
        <p:spPr>
          <a:xfrm>
            <a:off x="1831556" y="4406575"/>
            <a:ext cx="6766200" cy="0"/>
          </a:xfrm>
          <a:prstGeom prst="straightConnector1">
            <a:avLst/>
          </a:prstGeom>
          <a:noFill/>
          <a:ln cap="flat" cmpd="sng" w="19050">
            <a:solidFill>
              <a:schemeClr val="accent1"/>
            </a:solidFill>
            <a:prstDash val="solid"/>
            <a:round/>
            <a:headEnd len="med" w="med" type="none"/>
            <a:tailEnd len="med" w="med" type="none"/>
          </a:ln>
        </p:spPr>
      </p:cxnSp>
      <p:sp>
        <p:nvSpPr>
          <p:cNvPr id="364" name="Google Shape;364;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9">
    <p:spTree>
      <p:nvGrpSpPr>
        <p:cNvPr id="365" name="Shape 365"/>
        <p:cNvGrpSpPr/>
        <p:nvPr/>
      </p:nvGrpSpPr>
      <p:grpSpPr>
        <a:xfrm>
          <a:off x="0" y="0"/>
          <a:ext cx="0" cy="0"/>
          <a:chOff x="0" y="0"/>
          <a:chExt cx="0" cy="0"/>
        </a:xfrm>
      </p:grpSpPr>
      <p:sp>
        <p:nvSpPr>
          <p:cNvPr id="366" name="Google Shape;366;p46"/>
          <p:cNvSpPr txBox="1"/>
          <p:nvPr>
            <p:ph idx="1" type="subTitle"/>
          </p:nvPr>
        </p:nvSpPr>
        <p:spPr>
          <a:xfrm>
            <a:off x="4289350" y="3048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67" name="Google Shape;367;p46"/>
          <p:cNvSpPr txBox="1"/>
          <p:nvPr>
            <p:ph idx="2" type="subTitle"/>
          </p:nvPr>
        </p:nvSpPr>
        <p:spPr>
          <a:xfrm>
            <a:off x="4289350" y="9525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68" name="Google Shape;368;p46"/>
          <p:cNvSpPr txBox="1"/>
          <p:nvPr>
            <p:ph idx="3" type="subTitle"/>
          </p:nvPr>
        </p:nvSpPr>
        <p:spPr>
          <a:xfrm>
            <a:off x="4289350" y="16002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69" name="Google Shape;369;p46"/>
          <p:cNvSpPr txBox="1"/>
          <p:nvPr>
            <p:ph idx="4" type="subTitle"/>
          </p:nvPr>
        </p:nvSpPr>
        <p:spPr>
          <a:xfrm>
            <a:off x="4289350" y="22479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70" name="Google Shape;370;p46"/>
          <p:cNvSpPr txBox="1"/>
          <p:nvPr>
            <p:ph idx="5" type="subTitle"/>
          </p:nvPr>
        </p:nvSpPr>
        <p:spPr>
          <a:xfrm>
            <a:off x="4289350" y="28956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71" name="Google Shape;371;p46"/>
          <p:cNvSpPr txBox="1"/>
          <p:nvPr>
            <p:ph idx="6" type="subTitle"/>
          </p:nvPr>
        </p:nvSpPr>
        <p:spPr>
          <a:xfrm>
            <a:off x="3604750" y="3048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72" name="Google Shape;372;p46"/>
          <p:cNvSpPr txBox="1"/>
          <p:nvPr>
            <p:ph idx="7" type="subTitle"/>
          </p:nvPr>
        </p:nvSpPr>
        <p:spPr>
          <a:xfrm>
            <a:off x="3604750" y="9525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73" name="Google Shape;373;p46"/>
          <p:cNvSpPr txBox="1"/>
          <p:nvPr>
            <p:ph idx="8" type="subTitle"/>
          </p:nvPr>
        </p:nvSpPr>
        <p:spPr>
          <a:xfrm>
            <a:off x="3604750" y="16002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74" name="Google Shape;374;p46"/>
          <p:cNvSpPr txBox="1"/>
          <p:nvPr>
            <p:ph idx="9" type="subTitle"/>
          </p:nvPr>
        </p:nvSpPr>
        <p:spPr>
          <a:xfrm>
            <a:off x="3604750" y="22479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75" name="Google Shape;375;p46"/>
          <p:cNvSpPr txBox="1"/>
          <p:nvPr>
            <p:ph idx="13" type="subTitle"/>
          </p:nvPr>
        </p:nvSpPr>
        <p:spPr>
          <a:xfrm>
            <a:off x="3604750" y="28956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76" name="Google Shape;376;p46"/>
          <p:cNvSpPr txBox="1"/>
          <p:nvPr>
            <p:ph type="title"/>
          </p:nvPr>
        </p:nvSpPr>
        <p:spPr>
          <a:xfrm>
            <a:off x="254000" y="270175"/>
            <a:ext cx="31221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377" name="Google Shape;377;p46"/>
          <p:cNvSpPr txBox="1"/>
          <p:nvPr>
            <p:ph idx="14" type="subTitle"/>
          </p:nvPr>
        </p:nvSpPr>
        <p:spPr>
          <a:xfrm>
            <a:off x="4289350" y="35433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78" name="Google Shape;378;p46"/>
          <p:cNvSpPr txBox="1"/>
          <p:nvPr>
            <p:ph idx="15" type="subTitle"/>
          </p:nvPr>
        </p:nvSpPr>
        <p:spPr>
          <a:xfrm>
            <a:off x="3604750" y="35433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79" name="Google Shape;379;p46"/>
          <p:cNvSpPr txBox="1"/>
          <p:nvPr>
            <p:ph idx="16" type="subTitle"/>
          </p:nvPr>
        </p:nvSpPr>
        <p:spPr>
          <a:xfrm>
            <a:off x="4289350" y="4191000"/>
            <a:ext cx="4854600" cy="647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200"/>
              <a:buFont typeface="IBM Plex Sans"/>
              <a:buNone/>
              <a:defRPr sz="2200">
                <a:latin typeface="IBM Plex Sans"/>
                <a:ea typeface="IBM Plex Sans"/>
                <a:cs typeface="IBM Plex Sans"/>
                <a:sym typeface="IBM Plex Sans"/>
              </a:defRPr>
            </a:lvl1pPr>
            <a:lvl2pPr lvl="1">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2200"/>
              <a:buFont typeface="IBM Plex Sans"/>
              <a:buNone/>
              <a:defRPr sz="2200">
                <a:solidFill>
                  <a:schemeClr val="dk1"/>
                </a:solidFill>
                <a:latin typeface="IBM Plex Sans"/>
                <a:ea typeface="IBM Plex Sans"/>
                <a:cs typeface="IBM Plex Sans"/>
                <a:sym typeface="IBM Plex Sans"/>
              </a:defRPr>
            </a:lvl9pPr>
          </a:lstStyle>
          <a:p/>
        </p:txBody>
      </p:sp>
      <p:sp>
        <p:nvSpPr>
          <p:cNvPr id="380" name="Google Shape;380;p46"/>
          <p:cNvSpPr txBox="1"/>
          <p:nvPr>
            <p:ph idx="17" type="subTitle"/>
          </p:nvPr>
        </p:nvSpPr>
        <p:spPr>
          <a:xfrm>
            <a:off x="3604750" y="4191000"/>
            <a:ext cx="638400" cy="64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81" name="Google Shape;381;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V2">
  <p:cSld name="CUSTOM_17">
    <p:bg>
      <p:bgPr>
        <a:solidFill>
          <a:schemeClr val="dk1"/>
        </a:solidFill>
      </p:bgPr>
    </p:bg>
    <p:spTree>
      <p:nvGrpSpPr>
        <p:cNvPr id="382" name="Shape 382"/>
        <p:cNvGrpSpPr/>
        <p:nvPr/>
      </p:nvGrpSpPr>
      <p:grpSpPr>
        <a:xfrm>
          <a:off x="0" y="0"/>
          <a:ext cx="0" cy="0"/>
          <a:chOff x="0" y="0"/>
          <a:chExt cx="0" cy="0"/>
        </a:xfrm>
      </p:grpSpPr>
      <p:sp>
        <p:nvSpPr>
          <p:cNvPr id="383" name="Google Shape;383;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84" name="Google Shape;384;p47"/>
          <p:cNvSpPr txBox="1"/>
          <p:nvPr>
            <p:ph type="title"/>
          </p:nvPr>
        </p:nvSpPr>
        <p:spPr>
          <a:xfrm>
            <a:off x="254000" y="270175"/>
            <a:ext cx="43149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IBM Plex Sans Light"/>
              <a:buNone/>
              <a:defRPr sz="3600">
                <a:solidFill>
                  <a:schemeClr val="lt1"/>
                </a:solidFill>
              </a:defRPr>
            </a:lvl1pPr>
            <a:lvl2pPr lvl="1">
              <a:spcBef>
                <a:spcPts val="0"/>
              </a:spcBef>
              <a:spcAft>
                <a:spcPts val="0"/>
              </a:spcAft>
              <a:buClr>
                <a:schemeClr val="lt1"/>
              </a:buClr>
              <a:buSzPts val="3600"/>
              <a:buFont typeface="IBM Plex Sans Light"/>
              <a:buNone/>
              <a:defRPr sz="3600">
                <a:solidFill>
                  <a:schemeClr val="lt1"/>
                </a:solidFill>
              </a:defRPr>
            </a:lvl2pPr>
            <a:lvl3pPr lvl="2">
              <a:spcBef>
                <a:spcPts val="0"/>
              </a:spcBef>
              <a:spcAft>
                <a:spcPts val="0"/>
              </a:spcAft>
              <a:buClr>
                <a:schemeClr val="lt1"/>
              </a:buClr>
              <a:buSzPts val="3600"/>
              <a:buFont typeface="IBM Plex Sans Light"/>
              <a:buNone/>
              <a:defRPr sz="3600">
                <a:solidFill>
                  <a:schemeClr val="lt1"/>
                </a:solidFill>
              </a:defRPr>
            </a:lvl3pPr>
            <a:lvl4pPr lvl="3">
              <a:spcBef>
                <a:spcPts val="0"/>
              </a:spcBef>
              <a:spcAft>
                <a:spcPts val="0"/>
              </a:spcAft>
              <a:buClr>
                <a:schemeClr val="lt1"/>
              </a:buClr>
              <a:buSzPts val="3600"/>
              <a:buFont typeface="IBM Plex Sans Light"/>
              <a:buNone/>
              <a:defRPr sz="3600">
                <a:solidFill>
                  <a:schemeClr val="lt1"/>
                </a:solidFill>
              </a:defRPr>
            </a:lvl4pPr>
            <a:lvl5pPr lvl="4">
              <a:spcBef>
                <a:spcPts val="0"/>
              </a:spcBef>
              <a:spcAft>
                <a:spcPts val="0"/>
              </a:spcAft>
              <a:buClr>
                <a:schemeClr val="lt1"/>
              </a:buClr>
              <a:buSzPts val="3600"/>
              <a:buFont typeface="IBM Plex Sans Light"/>
              <a:buNone/>
              <a:defRPr sz="3600">
                <a:solidFill>
                  <a:schemeClr val="lt1"/>
                </a:solidFill>
              </a:defRPr>
            </a:lvl5pPr>
            <a:lvl6pPr lvl="5">
              <a:spcBef>
                <a:spcPts val="0"/>
              </a:spcBef>
              <a:spcAft>
                <a:spcPts val="0"/>
              </a:spcAft>
              <a:buClr>
                <a:schemeClr val="lt1"/>
              </a:buClr>
              <a:buSzPts val="3600"/>
              <a:buFont typeface="IBM Plex Sans Light"/>
              <a:buNone/>
              <a:defRPr sz="3600">
                <a:solidFill>
                  <a:schemeClr val="lt1"/>
                </a:solidFill>
              </a:defRPr>
            </a:lvl6pPr>
            <a:lvl7pPr lvl="6">
              <a:spcBef>
                <a:spcPts val="0"/>
              </a:spcBef>
              <a:spcAft>
                <a:spcPts val="0"/>
              </a:spcAft>
              <a:buClr>
                <a:schemeClr val="lt1"/>
              </a:buClr>
              <a:buSzPts val="3600"/>
              <a:buFont typeface="IBM Plex Sans Light"/>
              <a:buNone/>
              <a:defRPr sz="3600">
                <a:solidFill>
                  <a:schemeClr val="lt1"/>
                </a:solidFill>
              </a:defRPr>
            </a:lvl7pPr>
            <a:lvl8pPr lvl="7">
              <a:spcBef>
                <a:spcPts val="0"/>
              </a:spcBef>
              <a:spcAft>
                <a:spcPts val="0"/>
              </a:spcAft>
              <a:buClr>
                <a:schemeClr val="lt1"/>
              </a:buClr>
              <a:buSzPts val="3600"/>
              <a:buFont typeface="IBM Plex Sans Light"/>
              <a:buNone/>
              <a:defRPr sz="3600">
                <a:solidFill>
                  <a:schemeClr val="lt1"/>
                </a:solidFill>
              </a:defRPr>
            </a:lvl8pPr>
            <a:lvl9pPr lvl="8">
              <a:spcBef>
                <a:spcPts val="0"/>
              </a:spcBef>
              <a:spcAft>
                <a:spcPts val="0"/>
              </a:spcAft>
              <a:buClr>
                <a:schemeClr val="lt1"/>
              </a:buClr>
              <a:buSzPts val="3600"/>
              <a:buFont typeface="IBM Plex Sans Light"/>
              <a:buNone/>
              <a:defRPr sz="3600">
                <a:solidFill>
                  <a:schemeClr val="lt1"/>
                </a:solidFill>
              </a:defRPr>
            </a:lvl9pPr>
          </a:lstStyle>
          <a:p/>
        </p:txBody>
      </p:sp>
      <p:sp>
        <p:nvSpPr>
          <p:cNvPr id="385" name="Google Shape;385;p47"/>
          <p:cNvSpPr txBox="1"/>
          <p:nvPr>
            <p:ph idx="2" type="title"/>
          </p:nvPr>
        </p:nvSpPr>
        <p:spPr>
          <a:xfrm>
            <a:off x="4568825" y="270175"/>
            <a:ext cx="41343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IBM Plex Sans Light"/>
              <a:buNone/>
              <a:defRPr sz="3600">
                <a:solidFill>
                  <a:schemeClr val="lt1"/>
                </a:solidFill>
              </a:defRPr>
            </a:lvl1pPr>
            <a:lvl2pPr lvl="1">
              <a:spcBef>
                <a:spcPts val="0"/>
              </a:spcBef>
              <a:spcAft>
                <a:spcPts val="0"/>
              </a:spcAft>
              <a:buClr>
                <a:schemeClr val="lt1"/>
              </a:buClr>
              <a:buSzPts val="3600"/>
              <a:buFont typeface="IBM Plex Sans Light"/>
              <a:buNone/>
              <a:defRPr sz="3600">
                <a:solidFill>
                  <a:schemeClr val="lt1"/>
                </a:solidFill>
              </a:defRPr>
            </a:lvl2pPr>
            <a:lvl3pPr lvl="2">
              <a:spcBef>
                <a:spcPts val="0"/>
              </a:spcBef>
              <a:spcAft>
                <a:spcPts val="0"/>
              </a:spcAft>
              <a:buClr>
                <a:schemeClr val="lt1"/>
              </a:buClr>
              <a:buSzPts val="3600"/>
              <a:buFont typeface="IBM Plex Sans Light"/>
              <a:buNone/>
              <a:defRPr sz="3600">
                <a:solidFill>
                  <a:schemeClr val="lt1"/>
                </a:solidFill>
              </a:defRPr>
            </a:lvl3pPr>
            <a:lvl4pPr lvl="3">
              <a:spcBef>
                <a:spcPts val="0"/>
              </a:spcBef>
              <a:spcAft>
                <a:spcPts val="0"/>
              </a:spcAft>
              <a:buClr>
                <a:schemeClr val="lt1"/>
              </a:buClr>
              <a:buSzPts val="3600"/>
              <a:buFont typeface="IBM Plex Sans Light"/>
              <a:buNone/>
              <a:defRPr sz="3600">
                <a:solidFill>
                  <a:schemeClr val="lt1"/>
                </a:solidFill>
              </a:defRPr>
            </a:lvl4pPr>
            <a:lvl5pPr lvl="4">
              <a:spcBef>
                <a:spcPts val="0"/>
              </a:spcBef>
              <a:spcAft>
                <a:spcPts val="0"/>
              </a:spcAft>
              <a:buClr>
                <a:schemeClr val="lt1"/>
              </a:buClr>
              <a:buSzPts val="3600"/>
              <a:buFont typeface="IBM Plex Sans Light"/>
              <a:buNone/>
              <a:defRPr sz="3600">
                <a:solidFill>
                  <a:schemeClr val="lt1"/>
                </a:solidFill>
              </a:defRPr>
            </a:lvl5pPr>
            <a:lvl6pPr lvl="5">
              <a:spcBef>
                <a:spcPts val="0"/>
              </a:spcBef>
              <a:spcAft>
                <a:spcPts val="0"/>
              </a:spcAft>
              <a:buClr>
                <a:schemeClr val="lt1"/>
              </a:buClr>
              <a:buSzPts val="3600"/>
              <a:buFont typeface="IBM Plex Sans Light"/>
              <a:buNone/>
              <a:defRPr sz="3600">
                <a:solidFill>
                  <a:schemeClr val="lt1"/>
                </a:solidFill>
              </a:defRPr>
            </a:lvl6pPr>
            <a:lvl7pPr lvl="6">
              <a:spcBef>
                <a:spcPts val="0"/>
              </a:spcBef>
              <a:spcAft>
                <a:spcPts val="0"/>
              </a:spcAft>
              <a:buClr>
                <a:schemeClr val="lt1"/>
              </a:buClr>
              <a:buSzPts val="3600"/>
              <a:buFont typeface="IBM Plex Sans Light"/>
              <a:buNone/>
              <a:defRPr sz="3600">
                <a:solidFill>
                  <a:schemeClr val="lt1"/>
                </a:solidFill>
              </a:defRPr>
            </a:lvl7pPr>
            <a:lvl8pPr lvl="7">
              <a:spcBef>
                <a:spcPts val="0"/>
              </a:spcBef>
              <a:spcAft>
                <a:spcPts val="0"/>
              </a:spcAft>
              <a:buClr>
                <a:schemeClr val="lt1"/>
              </a:buClr>
              <a:buSzPts val="3600"/>
              <a:buFont typeface="IBM Plex Sans Light"/>
              <a:buNone/>
              <a:defRPr sz="3600">
                <a:solidFill>
                  <a:schemeClr val="lt1"/>
                </a:solidFill>
              </a:defRPr>
            </a:lvl8pPr>
            <a:lvl9pPr lvl="8">
              <a:spcBef>
                <a:spcPts val="0"/>
              </a:spcBef>
              <a:spcAft>
                <a:spcPts val="0"/>
              </a:spcAft>
              <a:buClr>
                <a:schemeClr val="lt1"/>
              </a:buClr>
              <a:buSzPts val="3600"/>
              <a:buFont typeface="IBM Plex Sans Light"/>
              <a:buNone/>
              <a:defRPr sz="3600">
                <a:solidFill>
                  <a:schemeClr val="lt1"/>
                </a:solidFill>
              </a:defRPr>
            </a:lvl9pPr>
          </a:lstStyle>
          <a:p/>
        </p:txBody>
      </p:sp>
      <p:sp>
        <p:nvSpPr>
          <p:cNvPr id="386" name="Google Shape;386;p47"/>
          <p:cNvSpPr txBox="1"/>
          <p:nvPr>
            <p:ph idx="3" type="title"/>
          </p:nvPr>
        </p:nvSpPr>
        <p:spPr>
          <a:xfrm>
            <a:off x="254000" y="1432675"/>
            <a:ext cx="4819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IBM Plex Sans Light"/>
              <a:buNone/>
              <a:defRPr sz="3600">
                <a:solidFill>
                  <a:schemeClr val="lt1"/>
                </a:solidFill>
              </a:defRPr>
            </a:lvl1pPr>
            <a:lvl2pPr lvl="1">
              <a:spcBef>
                <a:spcPts val="0"/>
              </a:spcBef>
              <a:spcAft>
                <a:spcPts val="0"/>
              </a:spcAft>
              <a:buClr>
                <a:schemeClr val="lt1"/>
              </a:buClr>
              <a:buSzPts val="3600"/>
              <a:buFont typeface="IBM Plex Sans Light"/>
              <a:buNone/>
              <a:defRPr sz="3600">
                <a:solidFill>
                  <a:schemeClr val="lt1"/>
                </a:solidFill>
              </a:defRPr>
            </a:lvl2pPr>
            <a:lvl3pPr lvl="2">
              <a:spcBef>
                <a:spcPts val="0"/>
              </a:spcBef>
              <a:spcAft>
                <a:spcPts val="0"/>
              </a:spcAft>
              <a:buClr>
                <a:schemeClr val="lt1"/>
              </a:buClr>
              <a:buSzPts val="3600"/>
              <a:buFont typeface="IBM Plex Sans Light"/>
              <a:buNone/>
              <a:defRPr sz="3600">
                <a:solidFill>
                  <a:schemeClr val="lt1"/>
                </a:solidFill>
              </a:defRPr>
            </a:lvl3pPr>
            <a:lvl4pPr lvl="3">
              <a:spcBef>
                <a:spcPts val="0"/>
              </a:spcBef>
              <a:spcAft>
                <a:spcPts val="0"/>
              </a:spcAft>
              <a:buClr>
                <a:schemeClr val="lt1"/>
              </a:buClr>
              <a:buSzPts val="3600"/>
              <a:buFont typeface="IBM Plex Sans Light"/>
              <a:buNone/>
              <a:defRPr sz="3600">
                <a:solidFill>
                  <a:schemeClr val="lt1"/>
                </a:solidFill>
              </a:defRPr>
            </a:lvl4pPr>
            <a:lvl5pPr lvl="4">
              <a:spcBef>
                <a:spcPts val="0"/>
              </a:spcBef>
              <a:spcAft>
                <a:spcPts val="0"/>
              </a:spcAft>
              <a:buClr>
                <a:schemeClr val="lt1"/>
              </a:buClr>
              <a:buSzPts val="3600"/>
              <a:buFont typeface="IBM Plex Sans Light"/>
              <a:buNone/>
              <a:defRPr sz="3600">
                <a:solidFill>
                  <a:schemeClr val="lt1"/>
                </a:solidFill>
              </a:defRPr>
            </a:lvl5pPr>
            <a:lvl6pPr lvl="5">
              <a:spcBef>
                <a:spcPts val="0"/>
              </a:spcBef>
              <a:spcAft>
                <a:spcPts val="0"/>
              </a:spcAft>
              <a:buClr>
                <a:schemeClr val="lt1"/>
              </a:buClr>
              <a:buSzPts val="3600"/>
              <a:buFont typeface="IBM Plex Sans Light"/>
              <a:buNone/>
              <a:defRPr sz="3600">
                <a:solidFill>
                  <a:schemeClr val="lt1"/>
                </a:solidFill>
              </a:defRPr>
            </a:lvl6pPr>
            <a:lvl7pPr lvl="6">
              <a:spcBef>
                <a:spcPts val="0"/>
              </a:spcBef>
              <a:spcAft>
                <a:spcPts val="0"/>
              </a:spcAft>
              <a:buClr>
                <a:schemeClr val="lt1"/>
              </a:buClr>
              <a:buSzPts val="3600"/>
              <a:buFont typeface="IBM Plex Sans Light"/>
              <a:buNone/>
              <a:defRPr sz="3600">
                <a:solidFill>
                  <a:schemeClr val="lt1"/>
                </a:solidFill>
              </a:defRPr>
            </a:lvl7pPr>
            <a:lvl8pPr lvl="7">
              <a:spcBef>
                <a:spcPts val="0"/>
              </a:spcBef>
              <a:spcAft>
                <a:spcPts val="0"/>
              </a:spcAft>
              <a:buClr>
                <a:schemeClr val="lt1"/>
              </a:buClr>
              <a:buSzPts val="3600"/>
              <a:buFont typeface="IBM Plex Sans Light"/>
              <a:buNone/>
              <a:defRPr sz="3600">
                <a:solidFill>
                  <a:schemeClr val="lt1"/>
                </a:solidFill>
              </a:defRPr>
            </a:lvl8pPr>
            <a:lvl9pPr lvl="8">
              <a:spcBef>
                <a:spcPts val="0"/>
              </a:spcBef>
              <a:spcAft>
                <a:spcPts val="0"/>
              </a:spcAft>
              <a:buClr>
                <a:schemeClr val="lt1"/>
              </a:buClr>
              <a:buSzPts val="3600"/>
              <a:buFont typeface="IBM Plex Sans Light"/>
              <a:buNone/>
              <a:defRPr sz="3600">
                <a:solidFill>
                  <a:schemeClr val="lt1"/>
                </a:solidFill>
              </a:defRPr>
            </a:lvl9pPr>
          </a:lstStyle>
          <a:p/>
        </p:txBody>
      </p:sp>
      <p:sp>
        <p:nvSpPr>
          <p:cNvPr id="387" name="Google Shape;387;p47"/>
          <p:cNvSpPr txBox="1"/>
          <p:nvPr>
            <p:ph idx="4" type="title"/>
          </p:nvPr>
        </p:nvSpPr>
        <p:spPr>
          <a:xfrm>
            <a:off x="5303375" y="1432675"/>
            <a:ext cx="33996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IBM Plex Sans Light"/>
              <a:buNone/>
              <a:defRPr sz="3600">
                <a:solidFill>
                  <a:schemeClr val="lt1"/>
                </a:solidFill>
              </a:defRPr>
            </a:lvl1pPr>
            <a:lvl2pPr lvl="1">
              <a:spcBef>
                <a:spcPts val="0"/>
              </a:spcBef>
              <a:spcAft>
                <a:spcPts val="0"/>
              </a:spcAft>
              <a:buClr>
                <a:schemeClr val="lt1"/>
              </a:buClr>
              <a:buSzPts val="3600"/>
              <a:buFont typeface="IBM Plex Sans Light"/>
              <a:buNone/>
              <a:defRPr sz="3600">
                <a:solidFill>
                  <a:schemeClr val="lt1"/>
                </a:solidFill>
              </a:defRPr>
            </a:lvl2pPr>
            <a:lvl3pPr lvl="2">
              <a:spcBef>
                <a:spcPts val="0"/>
              </a:spcBef>
              <a:spcAft>
                <a:spcPts val="0"/>
              </a:spcAft>
              <a:buClr>
                <a:schemeClr val="lt1"/>
              </a:buClr>
              <a:buSzPts val="3600"/>
              <a:buFont typeface="IBM Plex Sans Light"/>
              <a:buNone/>
              <a:defRPr sz="3600">
                <a:solidFill>
                  <a:schemeClr val="lt1"/>
                </a:solidFill>
              </a:defRPr>
            </a:lvl3pPr>
            <a:lvl4pPr lvl="3">
              <a:spcBef>
                <a:spcPts val="0"/>
              </a:spcBef>
              <a:spcAft>
                <a:spcPts val="0"/>
              </a:spcAft>
              <a:buClr>
                <a:schemeClr val="lt1"/>
              </a:buClr>
              <a:buSzPts val="3600"/>
              <a:buFont typeface="IBM Plex Sans Light"/>
              <a:buNone/>
              <a:defRPr sz="3600">
                <a:solidFill>
                  <a:schemeClr val="lt1"/>
                </a:solidFill>
              </a:defRPr>
            </a:lvl4pPr>
            <a:lvl5pPr lvl="4">
              <a:spcBef>
                <a:spcPts val="0"/>
              </a:spcBef>
              <a:spcAft>
                <a:spcPts val="0"/>
              </a:spcAft>
              <a:buClr>
                <a:schemeClr val="lt1"/>
              </a:buClr>
              <a:buSzPts val="3600"/>
              <a:buFont typeface="IBM Plex Sans Light"/>
              <a:buNone/>
              <a:defRPr sz="3600">
                <a:solidFill>
                  <a:schemeClr val="lt1"/>
                </a:solidFill>
              </a:defRPr>
            </a:lvl5pPr>
            <a:lvl6pPr lvl="5">
              <a:spcBef>
                <a:spcPts val="0"/>
              </a:spcBef>
              <a:spcAft>
                <a:spcPts val="0"/>
              </a:spcAft>
              <a:buClr>
                <a:schemeClr val="lt1"/>
              </a:buClr>
              <a:buSzPts val="3600"/>
              <a:buFont typeface="IBM Plex Sans Light"/>
              <a:buNone/>
              <a:defRPr sz="3600">
                <a:solidFill>
                  <a:schemeClr val="lt1"/>
                </a:solidFill>
              </a:defRPr>
            </a:lvl6pPr>
            <a:lvl7pPr lvl="6">
              <a:spcBef>
                <a:spcPts val="0"/>
              </a:spcBef>
              <a:spcAft>
                <a:spcPts val="0"/>
              </a:spcAft>
              <a:buClr>
                <a:schemeClr val="lt1"/>
              </a:buClr>
              <a:buSzPts val="3600"/>
              <a:buFont typeface="IBM Plex Sans Light"/>
              <a:buNone/>
              <a:defRPr sz="3600">
                <a:solidFill>
                  <a:schemeClr val="lt1"/>
                </a:solidFill>
              </a:defRPr>
            </a:lvl7pPr>
            <a:lvl8pPr lvl="7">
              <a:spcBef>
                <a:spcPts val="0"/>
              </a:spcBef>
              <a:spcAft>
                <a:spcPts val="0"/>
              </a:spcAft>
              <a:buClr>
                <a:schemeClr val="lt1"/>
              </a:buClr>
              <a:buSzPts val="3600"/>
              <a:buFont typeface="IBM Plex Sans Light"/>
              <a:buNone/>
              <a:defRPr sz="3600">
                <a:solidFill>
                  <a:schemeClr val="lt1"/>
                </a:solidFill>
              </a:defRPr>
            </a:lvl8pPr>
            <a:lvl9pPr lvl="8">
              <a:spcBef>
                <a:spcPts val="0"/>
              </a:spcBef>
              <a:spcAft>
                <a:spcPts val="0"/>
              </a:spcAft>
              <a:buClr>
                <a:schemeClr val="lt1"/>
              </a:buClr>
              <a:buSzPts val="3600"/>
              <a:buFont typeface="IBM Plex Sans Light"/>
              <a:buNone/>
              <a:defRPr sz="3600">
                <a:solidFill>
                  <a:schemeClr val="lt1"/>
                </a:solidFill>
              </a:defRPr>
            </a:lvl9pPr>
          </a:lstStyle>
          <a:p/>
        </p:txBody>
      </p:sp>
      <p:sp>
        <p:nvSpPr>
          <p:cNvPr id="388" name="Google Shape;388;p47"/>
          <p:cNvSpPr txBox="1"/>
          <p:nvPr>
            <p:ph idx="5" type="title"/>
          </p:nvPr>
        </p:nvSpPr>
        <p:spPr>
          <a:xfrm>
            <a:off x="254000" y="2750650"/>
            <a:ext cx="59877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IBM Plex Sans Light"/>
              <a:buNone/>
              <a:defRPr sz="3600">
                <a:solidFill>
                  <a:schemeClr val="lt1"/>
                </a:solidFill>
              </a:defRPr>
            </a:lvl1pPr>
            <a:lvl2pPr lvl="1">
              <a:spcBef>
                <a:spcPts val="0"/>
              </a:spcBef>
              <a:spcAft>
                <a:spcPts val="0"/>
              </a:spcAft>
              <a:buClr>
                <a:schemeClr val="lt1"/>
              </a:buClr>
              <a:buSzPts val="3600"/>
              <a:buFont typeface="IBM Plex Sans Light"/>
              <a:buNone/>
              <a:defRPr sz="3600">
                <a:solidFill>
                  <a:schemeClr val="lt1"/>
                </a:solidFill>
              </a:defRPr>
            </a:lvl2pPr>
            <a:lvl3pPr lvl="2">
              <a:spcBef>
                <a:spcPts val="0"/>
              </a:spcBef>
              <a:spcAft>
                <a:spcPts val="0"/>
              </a:spcAft>
              <a:buClr>
                <a:schemeClr val="lt1"/>
              </a:buClr>
              <a:buSzPts val="3600"/>
              <a:buFont typeface="IBM Plex Sans Light"/>
              <a:buNone/>
              <a:defRPr sz="3600">
                <a:solidFill>
                  <a:schemeClr val="lt1"/>
                </a:solidFill>
              </a:defRPr>
            </a:lvl3pPr>
            <a:lvl4pPr lvl="3">
              <a:spcBef>
                <a:spcPts val="0"/>
              </a:spcBef>
              <a:spcAft>
                <a:spcPts val="0"/>
              </a:spcAft>
              <a:buClr>
                <a:schemeClr val="lt1"/>
              </a:buClr>
              <a:buSzPts val="3600"/>
              <a:buFont typeface="IBM Plex Sans Light"/>
              <a:buNone/>
              <a:defRPr sz="3600">
                <a:solidFill>
                  <a:schemeClr val="lt1"/>
                </a:solidFill>
              </a:defRPr>
            </a:lvl4pPr>
            <a:lvl5pPr lvl="4">
              <a:spcBef>
                <a:spcPts val="0"/>
              </a:spcBef>
              <a:spcAft>
                <a:spcPts val="0"/>
              </a:spcAft>
              <a:buClr>
                <a:schemeClr val="lt1"/>
              </a:buClr>
              <a:buSzPts val="3600"/>
              <a:buFont typeface="IBM Plex Sans Light"/>
              <a:buNone/>
              <a:defRPr sz="3600">
                <a:solidFill>
                  <a:schemeClr val="lt1"/>
                </a:solidFill>
              </a:defRPr>
            </a:lvl5pPr>
            <a:lvl6pPr lvl="5">
              <a:spcBef>
                <a:spcPts val="0"/>
              </a:spcBef>
              <a:spcAft>
                <a:spcPts val="0"/>
              </a:spcAft>
              <a:buClr>
                <a:schemeClr val="lt1"/>
              </a:buClr>
              <a:buSzPts val="3600"/>
              <a:buFont typeface="IBM Plex Sans Light"/>
              <a:buNone/>
              <a:defRPr sz="3600">
                <a:solidFill>
                  <a:schemeClr val="lt1"/>
                </a:solidFill>
              </a:defRPr>
            </a:lvl6pPr>
            <a:lvl7pPr lvl="6">
              <a:spcBef>
                <a:spcPts val="0"/>
              </a:spcBef>
              <a:spcAft>
                <a:spcPts val="0"/>
              </a:spcAft>
              <a:buClr>
                <a:schemeClr val="lt1"/>
              </a:buClr>
              <a:buSzPts val="3600"/>
              <a:buFont typeface="IBM Plex Sans Light"/>
              <a:buNone/>
              <a:defRPr sz="3600">
                <a:solidFill>
                  <a:schemeClr val="lt1"/>
                </a:solidFill>
              </a:defRPr>
            </a:lvl7pPr>
            <a:lvl8pPr lvl="7">
              <a:spcBef>
                <a:spcPts val="0"/>
              </a:spcBef>
              <a:spcAft>
                <a:spcPts val="0"/>
              </a:spcAft>
              <a:buClr>
                <a:schemeClr val="lt1"/>
              </a:buClr>
              <a:buSzPts val="3600"/>
              <a:buFont typeface="IBM Plex Sans Light"/>
              <a:buNone/>
              <a:defRPr sz="3600">
                <a:solidFill>
                  <a:schemeClr val="lt1"/>
                </a:solidFill>
              </a:defRPr>
            </a:lvl8pPr>
            <a:lvl9pPr lvl="8">
              <a:spcBef>
                <a:spcPts val="0"/>
              </a:spcBef>
              <a:spcAft>
                <a:spcPts val="0"/>
              </a:spcAft>
              <a:buClr>
                <a:schemeClr val="lt1"/>
              </a:buClr>
              <a:buSzPts val="3600"/>
              <a:buFont typeface="IBM Plex Sans Light"/>
              <a:buNone/>
              <a:defRPr sz="3600">
                <a:solidFill>
                  <a:schemeClr val="l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p:cSld name="CUSTOM_6">
    <p:bg>
      <p:bgPr>
        <a:solidFill>
          <a:schemeClr val="accent2"/>
        </a:solidFill>
      </p:bgPr>
    </p:bg>
    <p:spTree>
      <p:nvGrpSpPr>
        <p:cNvPr id="389" name="Shape 389"/>
        <p:cNvGrpSpPr/>
        <p:nvPr/>
      </p:nvGrpSpPr>
      <p:grpSpPr>
        <a:xfrm>
          <a:off x="0" y="0"/>
          <a:ext cx="0" cy="0"/>
          <a:chOff x="0" y="0"/>
          <a:chExt cx="0" cy="0"/>
        </a:xfrm>
      </p:grpSpPr>
      <p:sp>
        <p:nvSpPr>
          <p:cNvPr id="390" name="Google Shape;390;p48"/>
          <p:cNvSpPr txBox="1"/>
          <p:nvPr>
            <p:ph idx="1" type="subTitle"/>
          </p:nvPr>
        </p:nvSpPr>
        <p:spPr>
          <a:xfrm>
            <a:off x="478325" y="1682550"/>
            <a:ext cx="825600" cy="50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91" name="Google Shape;391;p48"/>
          <p:cNvSpPr txBox="1"/>
          <p:nvPr>
            <p:ph idx="2" type="subTitle"/>
          </p:nvPr>
        </p:nvSpPr>
        <p:spPr>
          <a:xfrm>
            <a:off x="2580050" y="1682550"/>
            <a:ext cx="825600" cy="50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92" name="Google Shape;392;p48"/>
          <p:cNvSpPr txBox="1"/>
          <p:nvPr>
            <p:ph idx="3" type="subTitle"/>
          </p:nvPr>
        </p:nvSpPr>
        <p:spPr>
          <a:xfrm>
            <a:off x="4749475" y="1682550"/>
            <a:ext cx="825600" cy="50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93" name="Google Shape;393;p48"/>
          <p:cNvSpPr txBox="1"/>
          <p:nvPr>
            <p:ph idx="4" type="subTitle"/>
          </p:nvPr>
        </p:nvSpPr>
        <p:spPr>
          <a:xfrm>
            <a:off x="6894275" y="1682550"/>
            <a:ext cx="825600" cy="50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1pPr>
            <a:lvl2pPr lvl="1"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2pPr>
            <a:lvl3pPr lvl="2"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3pPr>
            <a:lvl4pPr lvl="3"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4pPr>
            <a:lvl5pPr lvl="4"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5pPr>
            <a:lvl6pPr lvl="5"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6pPr>
            <a:lvl7pPr lvl="6"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7pPr>
            <a:lvl8pPr lvl="7"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8pPr>
            <a:lvl9pPr lvl="8" algn="ctr">
              <a:spcBef>
                <a:spcPts val="0"/>
              </a:spcBef>
              <a:spcAft>
                <a:spcPts val="0"/>
              </a:spcAft>
              <a:buClr>
                <a:schemeClr val="lt2"/>
              </a:buClr>
              <a:buSzPts val="1400"/>
              <a:buFont typeface="IBM Plex Sans"/>
              <a:buNone/>
              <a:defRPr>
                <a:solidFill>
                  <a:schemeClr val="lt2"/>
                </a:solidFill>
                <a:latin typeface="IBM Plex Sans"/>
                <a:ea typeface="IBM Plex Sans"/>
                <a:cs typeface="IBM Plex Sans"/>
                <a:sym typeface="IBM Plex Sans"/>
              </a:defRPr>
            </a:lvl9pPr>
          </a:lstStyle>
          <a:p/>
        </p:txBody>
      </p:sp>
      <p:sp>
        <p:nvSpPr>
          <p:cNvPr id="394" name="Google Shape;394;p48"/>
          <p:cNvSpPr txBox="1"/>
          <p:nvPr>
            <p:ph type="title"/>
          </p:nvPr>
        </p:nvSpPr>
        <p:spPr>
          <a:xfrm>
            <a:off x="254000" y="270175"/>
            <a:ext cx="85326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395" name="Google Shape;395;p48"/>
          <p:cNvSpPr txBox="1"/>
          <p:nvPr>
            <p:ph idx="5" type="subTitle"/>
          </p:nvPr>
        </p:nvSpPr>
        <p:spPr>
          <a:xfrm>
            <a:off x="358900" y="2539425"/>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396" name="Google Shape;396;p48"/>
          <p:cNvSpPr txBox="1"/>
          <p:nvPr>
            <p:ph idx="6" type="body"/>
          </p:nvPr>
        </p:nvSpPr>
        <p:spPr>
          <a:xfrm>
            <a:off x="343150" y="2809200"/>
            <a:ext cx="20433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397" name="Google Shape;397;p48"/>
          <p:cNvSpPr txBox="1"/>
          <p:nvPr>
            <p:ph idx="7" type="subTitle"/>
          </p:nvPr>
        </p:nvSpPr>
        <p:spPr>
          <a:xfrm>
            <a:off x="2491512" y="2539425"/>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398" name="Google Shape;398;p48"/>
          <p:cNvSpPr txBox="1"/>
          <p:nvPr>
            <p:ph idx="8" type="body"/>
          </p:nvPr>
        </p:nvSpPr>
        <p:spPr>
          <a:xfrm>
            <a:off x="2491512" y="2809200"/>
            <a:ext cx="20118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399" name="Google Shape;399;p48"/>
          <p:cNvSpPr txBox="1"/>
          <p:nvPr>
            <p:ph idx="9" type="subTitle"/>
          </p:nvPr>
        </p:nvSpPr>
        <p:spPr>
          <a:xfrm>
            <a:off x="4630050" y="2539425"/>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00" name="Google Shape;400;p48"/>
          <p:cNvSpPr txBox="1"/>
          <p:nvPr>
            <p:ph idx="13" type="body"/>
          </p:nvPr>
        </p:nvSpPr>
        <p:spPr>
          <a:xfrm>
            <a:off x="4630050" y="2809200"/>
            <a:ext cx="20118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01" name="Google Shape;401;p48"/>
          <p:cNvSpPr txBox="1"/>
          <p:nvPr>
            <p:ph idx="14" type="subTitle"/>
          </p:nvPr>
        </p:nvSpPr>
        <p:spPr>
          <a:xfrm>
            <a:off x="6774850" y="2539425"/>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02" name="Google Shape;402;p48"/>
          <p:cNvSpPr txBox="1"/>
          <p:nvPr>
            <p:ph idx="15" type="body"/>
          </p:nvPr>
        </p:nvSpPr>
        <p:spPr>
          <a:xfrm>
            <a:off x="6774850" y="2809200"/>
            <a:ext cx="20118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03" name="Google Shape;403;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CUSTOM_2">
    <p:bg>
      <p:bgPr>
        <a:solidFill>
          <a:schemeClr val="dk1"/>
        </a:solidFill>
      </p:bgPr>
    </p:bg>
    <p:spTree>
      <p:nvGrpSpPr>
        <p:cNvPr id="404" name="Shape 404"/>
        <p:cNvGrpSpPr/>
        <p:nvPr/>
      </p:nvGrpSpPr>
      <p:grpSpPr>
        <a:xfrm>
          <a:off x="0" y="0"/>
          <a:ext cx="0" cy="0"/>
          <a:chOff x="0" y="0"/>
          <a:chExt cx="0" cy="0"/>
        </a:xfrm>
      </p:grpSpPr>
      <p:sp>
        <p:nvSpPr>
          <p:cNvPr id="405" name="Google Shape;405;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49"/>
          <p:cNvSpPr txBox="1"/>
          <p:nvPr>
            <p:ph type="title"/>
          </p:nvPr>
        </p:nvSpPr>
        <p:spPr>
          <a:xfrm>
            <a:off x="19350" y="1163100"/>
            <a:ext cx="9105300" cy="2169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7000"/>
              <a:buFont typeface="IBM Plex Sans Light"/>
              <a:buNone/>
              <a:defRPr sz="7000">
                <a:solidFill>
                  <a:schemeClr val="lt1"/>
                </a:solidFill>
              </a:defRPr>
            </a:lvl1pPr>
            <a:lvl2pPr lvl="1">
              <a:spcBef>
                <a:spcPts val="0"/>
              </a:spcBef>
              <a:spcAft>
                <a:spcPts val="0"/>
              </a:spcAft>
              <a:buClr>
                <a:schemeClr val="lt1"/>
              </a:buClr>
              <a:buSzPts val="7000"/>
              <a:buFont typeface="IBM Plex Sans Light"/>
              <a:buNone/>
              <a:defRPr sz="7000">
                <a:solidFill>
                  <a:schemeClr val="lt1"/>
                </a:solidFill>
              </a:defRPr>
            </a:lvl2pPr>
            <a:lvl3pPr lvl="2">
              <a:spcBef>
                <a:spcPts val="0"/>
              </a:spcBef>
              <a:spcAft>
                <a:spcPts val="0"/>
              </a:spcAft>
              <a:buClr>
                <a:schemeClr val="lt1"/>
              </a:buClr>
              <a:buSzPts val="7000"/>
              <a:buFont typeface="IBM Plex Sans Light"/>
              <a:buNone/>
              <a:defRPr sz="7000">
                <a:solidFill>
                  <a:schemeClr val="lt1"/>
                </a:solidFill>
              </a:defRPr>
            </a:lvl3pPr>
            <a:lvl4pPr lvl="3">
              <a:spcBef>
                <a:spcPts val="0"/>
              </a:spcBef>
              <a:spcAft>
                <a:spcPts val="0"/>
              </a:spcAft>
              <a:buClr>
                <a:schemeClr val="lt1"/>
              </a:buClr>
              <a:buSzPts val="7000"/>
              <a:buFont typeface="IBM Plex Sans Light"/>
              <a:buNone/>
              <a:defRPr sz="7000">
                <a:solidFill>
                  <a:schemeClr val="lt1"/>
                </a:solidFill>
              </a:defRPr>
            </a:lvl4pPr>
            <a:lvl5pPr lvl="4">
              <a:spcBef>
                <a:spcPts val="0"/>
              </a:spcBef>
              <a:spcAft>
                <a:spcPts val="0"/>
              </a:spcAft>
              <a:buClr>
                <a:schemeClr val="lt1"/>
              </a:buClr>
              <a:buSzPts val="7000"/>
              <a:buFont typeface="IBM Plex Sans Light"/>
              <a:buNone/>
              <a:defRPr sz="7000">
                <a:solidFill>
                  <a:schemeClr val="lt1"/>
                </a:solidFill>
              </a:defRPr>
            </a:lvl5pPr>
            <a:lvl6pPr lvl="5">
              <a:spcBef>
                <a:spcPts val="0"/>
              </a:spcBef>
              <a:spcAft>
                <a:spcPts val="0"/>
              </a:spcAft>
              <a:buClr>
                <a:schemeClr val="lt1"/>
              </a:buClr>
              <a:buSzPts val="7000"/>
              <a:buFont typeface="IBM Plex Sans Light"/>
              <a:buNone/>
              <a:defRPr sz="7000">
                <a:solidFill>
                  <a:schemeClr val="lt1"/>
                </a:solidFill>
              </a:defRPr>
            </a:lvl6pPr>
            <a:lvl7pPr lvl="6">
              <a:spcBef>
                <a:spcPts val="0"/>
              </a:spcBef>
              <a:spcAft>
                <a:spcPts val="0"/>
              </a:spcAft>
              <a:buClr>
                <a:schemeClr val="lt1"/>
              </a:buClr>
              <a:buSzPts val="7000"/>
              <a:buFont typeface="IBM Plex Sans Light"/>
              <a:buNone/>
              <a:defRPr sz="7000">
                <a:solidFill>
                  <a:schemeClr val="lt1"/>
                </a:solidFill>
              </a:defRPr>
            </a:lvl7pPr>
            <a:lvl8pPr lvl="7">
              <a:spcBef>
                <a:spcPts val="0"/>
              </a:spcBef>
              <a:spcAft>
                <a:spcPts val="0"/>
              </a:spcAft>
              <a:buClr>
                <a:schemeClr val="lt1"/>
              </a:buClr>
              <a:buSzPts val="7000"/>
              <a:buFont typeface="IBM Plex Sans Light"/>
              <a:buNone/>
              <a:defRPr sz="7000">
                <a:solidFill>
                  <a:schemeClr val="lt1"/>
                </a:solidFill>
              </a:defRPr>
            </a:lvl8pPr>
            <a:lvl9pPr lvl="8">
              <a:spcBef>
                <a:spcPts val="0"/>
              </a:spcBef>
              <a:spcAft>
                <a:spcPts val="0"/>
              </a:spcAft>
              <a:buClr>
                <a:schemeClr val="lt1"/>
              </a:buClr>
              <a:buSzPts val="7000"/>
              <a:buFont typeface="IBM Plex Sans Light"/>
              <a:buNone/>
              <a:defRPr sz="7000">
                <a:solidFill>
                  <a:schemeClr val="lt1"/>
                </a:solidFill>
              </a:defRPr>
            </a:lvl9pPr>
          </a:lstStyle>
          <a:p/>
        </p:txBody>
      </p:sp>
      <p:sp>
        <p:nvSpPr>
          <p:cNvPr id="407" name="Google Shape;407;p49"/>
          <p:cNvSpPr txBox="1"/>
          <p:nvPr>
            <p:ph idx="1" type="subTitle"/>
          </p:nvPr>
        </p:nvSpPr>
        <p:spPr>
          <a:xfrm>
            <a:off x="0" y="3332700"/>
            <a:ext cx="9144000" cy="647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None/>
              <a:defRPr sz="1600">
                <a:solidFill>
                  <a:schemeClr val="dk2"/>
                </a:solidFill>
              </a:defRPr>
            </a:lvl1pPr>
            <a:lvl2pPr lvl="1" algn="ctr">
              <a:spcBef>
                <a:spcPts val="0"/>
              </a:spcBef>
              <a:spcAft>
                <a:spcPts val="0"/>
              </a:spcAft>
              <a:buClr>
                <a:schemeClr val="dk2"/>
              </a:buClr>
              <a:buSzPts val="1600"/>
              <a:buNone/>
              <a:defRPr sz="1600">
                <a:solidFill>
                  <a:schemeClr val="dk2"/>
                </a:solidFill>
              </a:defRPr>
            </a:lvl2pPr>
            <a:lvl3pPr lvl="2" algn="ctr">
              <a:spcBef>
                <a:spcPts val="0"/>
              </a:spcBef>
              <a:spcAft>
                <a:spcPts val="0"/>
              </a:spcAft>
              <a:buClr>
                <a:schemeClr val="dk2"/>
              </a:buClr>
              <a:buSzPts val="1600"/>
              <a:buNone/>
              <a:defRPr sz="1600">
                <a:solidFill>
                  <a:schemeClr val="dk2"/>
                </a:solidFill>
              </a:defRPr>
            </a:lvl3pPr>
            <a:lvl4pPr lvl="3" algn="ctr">
              <a:spcBef>
                <a:spcPts val="0"/>
              </a:spcBef>
              <a:spcAft>
                <a:spcPts val="0"/>
              </a:spcAft>
              <a:buClr>
                <a:schemeClr val="dk2"/>
              </a:buClr>
              <a:buSzPts val="1600"/>
              <a:buNone/>
              <a:defRPr sz="1600">
                <a:solidFill>
                  <a:schemeClr val="dk2"/>
                </a:solidFill>
              </a:defRPr>
            </a:lvl4pPr>
            <a:lvl5pPr lvl="4" algn="ctr">
              <a:spcBef>
                <a:spcPts val="0"/>
              </a:spcBef>
              <a:spcAft>
                <a:spcPts val="0"/>
              </a:spcAft>
              <a:buClr>
                <a:schemeClr val="dk2"/>
              </a:buClr>
              <a:buSzPts val="1600"/>
              <a:buNone/>
              <a:defRPr sz="1600">
                <a:solidFill>
                  <a:schemeClr val="dk2"/>
                </a:solidFill>
              </a:defRPr>
            </a:lvl5pPr>
            <a:lvl6pPr lvl="5" algn="ctr">
              <a:spcBef>
                <a:spcPts val="0"/>
              </a:spcBef>
              <a:spcAft>
                <a:spcPts val="0"/>
              </a:spcAft>
              <a:buClr>
                <a:schemeClr val="dk2"/>
              </a:buClr>
              <a:buSzPts val="1600"/>
              <a:buNone/>
              <a:defRPr sz="1600">
                <a:solidFill>
                  <a:schemeClr val="dk2"/>
                </a:solidFill>
              </a:defRPr>
            </a:lvl6pPr>
            <a:lvl7pPr lvl="6" algn="ctr">
              <a:spcBef>
                <a:spcPts val="0"/>
              </a:spcBef>
              <a:spcAft>
                <a:spcPts val="0"/>
              </a:spcAft>
              <a:buClr>
                <a:schemeClr val="dk2"/>
              </a:buClr>
              <a:buSzPts val="1600"/>
              <a:buNone/>
              <a:defRPr sz="1600">
                <a:solidFill>
                  <a:schemeClr val="dk2"/>
                </a:solidFill>
              </a:defRPr>
            </a:lvl7pPr>
            <a:lvl8pPr lvl="7" algn="ctr">
              <a:spcBef>
                <a:spcPts val="0"/>
              </a:spcBef>
              <a:spcAft>
                <a:spcPts val="0"/>
              </a:spcAft>
              <a:buClr>
                <a:schemeClr val="dk2"/>
              </a:buClr>
              <a:buSzPts val="1600"/>
              <a:buNone/>
              <a:defRPr sz="1600">
                <a:solidFill>
                  <a:schemeClr val="dk2"/>
                </a:solidFill>
              </a:defRPr>
            </a:lvl8pPr>
            <a:lvl9pPr lvl="8" algn="ctr">
              <a:spcBef>
                <a:spcPts val="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s/Reviews">
  <p:cSld name="CUSTOM_16">
    <p:bg>
      <p:bgPr>
        <a:solidFill>
          <a:schemeClr val="dk1"/>
        </a:solidFill>
      </p:bgPr>
    </p:bg>
    <p:spTree>
      <p:nvGrpSpPr>
        <p:cNvPr id="408" name="Shape 408"/>
        <p:cNvGrpSpPr/>
        <p:nvPr/>
      </p:nvGrpSpPr>
      <p:grpSpPr>
        <a:xfrm>
          <a:off x="0" y="0"/>
          <a:ext cx="0" cy="0"/>
          <a:chOff x="0" y="0"/>
          <a:chExt cx="0" cy="0"/>
        </a:xfrm>
      </p:grpSpPr>
      <p:sp>
        <p:nvSpPr>
          <p:cNvPr id="409" name="Google Shape;409;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0" name="Google Shape;410;p50"/>
          <p:cNvSpPr/>
          <p:nvPr>
            <p:ph idx="2" type="pic"/>
          </p:nvPr>
        </p:nvSpPr>
        <p:spPr>
          <a:xfrm>
            <a:off x="724450" y="712675"/>
            <a:ext cx="2670900" cy="1634100"/>
          </a:xfrm>
          <a:prstGeom prst="roundRect">
            <a:avLst>
              <a:gd fmla="val 50000" name="adj"/>
            </a:avLst>
          </a:prstGeom>
          <a:noFill/>
          <a:ln>
            <a:noFill/>
          </a:ln>
        </p:spPr>
      </p:sp>
      <p:sp>
        <p:nvSpPr>
          <p:cNvPr id="411" name="Google Shape;411;p50"/>
          <p:cNvSpPr txBox="1"/>
          <p:nvPr>
            <p:ph type="title"/>
          </p:nvPr>
        </p:nvSpPr>
        <p:spPr>
          <a:xfrm>
            <a:off x="3707650" y="712675"/>
            <a:ext cx="4829400" cy="1405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BM Plex Sans Light"/>
              <a:buNone/>
              <a:defRPr sz="2400">
                <a:solidFill>
                  <a:schemeClr val="lt1"/>
                </a:solidFill>
              </a:defRPr>
            </a:lvl1pPr>
            <a:lvl2pPr lvl="1">
              <a:spcBef>
                <a:spcPts val="0"/>
              </a:spcBef>
              <a:spcAft>
                <a:spcPts val="0"/>
              </a:spcAft>
              <a:buClr>
                <a:schemeClr val="lt1"/>
              </a:buClr>
              <a:buSzPts val="2400"/>
              <a:buFont typeface="IBM Plex Sans Light"/>
              <a:buNone/>
              <a:defRPr sz="2400">
                <a:solidFill>
                  <a:schemeClr val="lt1"/>
                </a:solidFill>
              </a:defRPr>
            </a:lvl2pPr>
            <a:lvl3pPr lvl="2">
              <a:spcBef>
                <a:spcPts val="0"/>
              </a:spcBef>
              <a:spcAft>
                <a:spcPts val="0"/>
              </a:spcAft>
              <a:buClr>
                <a:schemeClr val="lt1"/>
              </a:buClr>
              <a:buSzPts val="2400"/>
              <a:buFont typeface="IBM Plex Sans Light"/>
              <a:buNone/>
              <a:defRPr sz="2400">
                <a:solidFill>
                  <a:schemeClr val="lt1"/>
                </a:solidFill>
              </a:defRPr>
            </a:lvl3pPr>
            <a:lvl4pPr lvl="3">
              <a:spcBef>
                <a:spcPts val="0"/>
              </a:spcBef>
              <a:spcAft>
                <a:spcPts val="0"/>
              </a:spcAft>
              <a:buClr>
                <a:schemeClr val="lt1"/>
              </a:buClr>
              <a:buSzPts val="2400"/>
              <a:buFont typeface="IBM Plex Sans Light"/>
              <a:buNone/>
              <a:defRPr sz="2400">
                <a:solidFill>
                  <a:schemeClr val="lt1"/>
                </a:solidFill>
              </a:defRPr>
            </a:lvl4pPr>
            <a:lvl5pPr lvl="4">
              <a:spcBef>
                <a:spcPts val="0"/>
              </a:spcBef>
              <a:spcAft>
                <a:spcPts val="0"/>
              </a:spcAft>
              <a:buClr>
                <a:schemeClr val="lt1"/>
              </a:buClr>
              <a:buSzPts val="2400"/>
              <a:buFont typeface="IBM Plex Sans Light"/>
              <a:buNone/>
              <a:defRPr sz="2400">
                <a:solidFill>
                  <a:schemeClr val="lt1"/>
                </a:solidFill>
              </a:defRPr>
            </a:lvl5pPr>
            <a:lvl6pPr lvl="5">
              <a:spcBef>
                <a:spcPts val="0"/>
              </a:spcBef>
              <a:spcAft>
                <a:spcPts val="0"/>
              </a:spcAft>
              <a:buClr>
                <a:schemeClr val="lt1"/>
              </a:buClr>
              <a:buSzPts val="2400"/>
              <a:buFont typeface="IBM Plex Sans Light"/>
              <a:buNone/>
              <a:defRPr sz="2400">
                <a:solidFill>
                  <a:schemeClr val="lt1"/>
                </a:solidFill>
              </a:defRPr>
            </a:lvl6pPr>
            <a:lvl7pPr lvl="6">
              <a:spcBef>
                <a:spcPts val="0"/>
              </a:spcBef>
              <a:spcAft>
                <a:spcPts val="0"/>
              </a:spcAft>
              <a:buClr>
                <a:schemeClr val="lt1"/>
              </a:buClr>
              <a:buSzPts val="2400"/>
              <a:buFont typeface="IBM Plex Sans Light"/>
              <a:buNone/>
              <a:defRPr sz="2400">
                <a:solidFill>
                  <a:schemeClr val="lt1"/>
                </a:solidFill>
              </a:defRPr>
            </a:lvl7pPr>
            <a:lvl8pPr lvl="7">
              <a:spcBef>
                <a:spcPts val="0"/>
              </a:spcBef>
              <a:spcAft>
                <a:spcPts val="0"/>
              </a:spcAft>
              <a:buClr>
                <a:schemeClr val="lt1"/>
              </a:buClr>
              <a:buSzPts val="2400"/>
              <a:buFont typeface="IBM Plex Sans Light"/>
              <a:buNone/>
              <a:defRPr sz="2400">
                <a:solidFill>
                  <a:schemeClr val="lt1"/>
                </a:solidFill>
              </a:defRPr>
            </a:lvl8pPr>
            <a:lvl9pPr lvl="8">
              <a:spcBef>
                <a:spcPts val="0"/>
              </a:spcBef>
              <a:spcAft>
                <a:spcPts val="0"/>
              </a:spcAft>
              <a:buClr>
                <a:schemeClr val="lt1"/>
              </a:buClr>
              <a:buSzPts val="2400"/>
              <a:buFont typeface="IBM Plex Sans Light"/>
              <a:buNone/>
              <a:defRPr sz="2400">
                <a:solidFill>
                  <a:schemeClr val="lt1"/>
                </a:solidFill>
              </a:defRPr>
            </a:lvl9pPr>
          </a:lstStyle>
          <a:p/>
        </p:txBody>
      </p:sp>
      <p:sp>
        <p:nvSpPr>
          <p:cNvPr id="412" name="Google Shape;412;p50"/>
          <p:cNvSpPr txBox="1"/>
          <p:nvPr>
            <p:ph idx="1" type="subTitle"/>
          </p:nvPr>
        </p:nvSpPr>
        <p:spPr>
          <a:xfrm>
            <a:off x="3707650" y="1875425"/>
            <a:ext cx="4829400" cy="471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IBM Plex Sans SemiBold"/>
              <a:buNone/>
              <a:defRPr sz="1600">
                <a:solidFill>
                  <a:schemeClr val="dk2"/>
                </a:solidFill>
              </a:defRPr>
            </a:lvl1pPr>
            <a:lvl2pPr lvl="1" algn="ctr">
              <a:spcBef>
                <a:spcPts val="0"/>
              </a:spcBef>
              <a:spcAft>
                <a:spcPts val="0"/>
              </a:spcAft>
              <a:buClr>
                <a:schemeClr val="dk2"/>
              </a:buClr>
              <a:buSzPts val="1600"/>
              <a:buFont typeface="IBM Plex Sans SemiBold"/>
              <a:buNone/>
              <a:defRPr sz="1600">
                <a:solidFill>
                  <a:schemeClr val="dk2"/>
                </a:solidFill>
              </a:defRPr>
            </a:lvl2pPr>
            <a:lvl3pPr lvl="2" algn="ctr">
              <a:spcBef>
                <a:spcPts val="0"/>
              </a:spcBef>
              <a:spcAft>
                <a:spcPts val="0"/>
              </a:spcAft>
              <a:buClr>
                <a:schemeClr val="dk2"/>
              </a:buClr>
              <a:buSzPts val="1600"/>
              <a:buFont typeface="IBM Plex Sans SemiBold"/>
              <a:buNone/>
              <a:defRPr sz="1600">
                <a:solidFill>
                  <a:schemeClr val="dk2"/>
                </a:solidFill>
              </a:defRPr>
            </a:lvl3pPr>
            <a:lvl4pPr lvl="3" algn="ctr">
              <a:spcBef>
                <a:spcPts val="0"/>
              </a:spcBef>
              <a:spcAft>
                <a:spcPts val="0"/>
              </a:spcAft>
              <a:buClr>
                <a:schemeClr val="dk2"/>
              </a:buClr>
              <a:buSzPts val="1600"/>
              <a:buFont typeface="IBM Plex Sans SemiBold"/>
              <a:buNone/>
              <a:defRPr sz="1600">
                <a:solidFill>
                  <a:schemeClr val="dk2"/>
                </a:solidFill>
              </a:defRPr>
            </a:lvl4pPr>
            <a:lvl5pPr lvl="4" algn="ctr">
              <a:spcBef>
                <a:spcPts val="0"/>
              </a:spcBef>
              <a:spcAft>
                <a:spcPts val="0"/>
              </a:spcAft>
              <a:buClr>
                <a:schemeClr val="dk2"/>
              </a:buClr>
              <a:buSzPts val="1600"/>
              <a:buFont typeface="IBM Plex Sans SemiBold"/>
              <a:buNone/>
              <a:defRPr sz="1600">
                <a:solidFill>
                  <a:schemeClr val="dk2"/>
                </a:solidFill>
              </a:defRPr>
            </a:lvl5pPr>
            <a:lvl6pPr lvl="5" algn="ctr">
              <a:spcBef>
                <a:spcPts val="0"/>
              </a:spcBef>
              <a:spcAft>
                <a:spcPts val="0"/>
              </a:spcAft>
              <a:buClr>
                <a:schemeClr val="dk2"/>
              </a:buClr>
              <a:buSzPts val="1600"/>
              <a:buFont typeface="IBM Plex Sans SemiBold"/>
              <a:buNone/>
              <a:defRPr sz="1600">
                <a:solidFill>
                  <a:schemeClr val="dk2"/>
                </a:solidFill>
              </a:defRPr>
            </a:lvl6pPr>
            <a:lvl7pPr lvl="6" algn="ctr">
              <a:spcBef>
                <a:spcPts val="0"/>
              </a:spcBef>
              <a:spcAft>
                <a:spcPts val="0"/>
              </a:spcAft>
              <a:buClr>
                <a:schemeClr val="dk2"/>
              </a:buClr>
              <a:buSzPts val="1600"/>
              <a:buFont typeface="IBM Plex Sans SemiBold"/>
              <a:buNone/>
              <a:defRPr sz="1600">
                <a:solidFill>
                  <a:schemeClr val="dk2"/>
                </a:solidFill>
              </a:defRPr>
            </a:lvl7pPr>
            <a:lvl8pPr lvl="7" algn="ctr">
              <a:spcBef>
                <a:spcPts val="0"/>
              </a:spcBef>
              <a:spcAft>
                <a:spcPts val="0"/>
              </a:spcAft>
              <a:buClr>
                <a:schemeClr val="dk2"/>
              </a:buClr>
              <a:buSzPts val="1600"/>
              <a:buFont typeface="IBM Plex Sans SemiBold"/>
              <a:buNone/>
              <a:defRPr sz="1600">
                <a:solidFill>
                  <a:schemeClr val="dk2"/>
                </a:solidFill>
              </a:defRPr>
            </a:lvl8pPr>
            <a:lvl9pPr lvl="8" algn="ctr">
              <a:spcBef>
                <a:spcPts val="0"/>
              </a:spcBef>
              <a:spcAft>
                <a:spcPts val="0"/>
              </a:spcAft>
              <a:buClr>
                <a:schemeClr val="dk2"/>
              </a:buClr>
              <a:buSzPts val="1600"/>
              <a:buFont typeface="IBM Plex Sans SemiBold"/>
              <a:buNone/>
              <a:defRPr sz="1600">
                <a:solidFill>
                  <a:schemeClr val="dk2"/>
                </a:solidFill>
              </a:defRPr>
            </a:lvl9pPr>
          </a:lstStyle>
          <a:p/>
        </p:txBody>
      </p:sp>
      <p:sp>
        <p:nvSpPr>
          <p:cNvPr id="413" name="Google Shape;413;p50"/>
          <p:cNvSpPr/>
          <p:nvPr>
            <p:ph idx="3" type="pic"/>
          </p:nvPr>
        </p:nvSpPr>
        <p:spPr>
          <a:xfrm>
            <a:off x="724450" y="2792175"/>
            <a:ext cx="2670900" cy="1634100"/>
          </a:xfrm>
          <a:prstGeom prst="roundRect">
            <a:avLst>
              <a:gd fmla="val 50000" name="adj"/>
            </a:avLst>
          </a:prstGeom>
          <a:noFill/>
          <a:ln>
            <a:noFill/>
          </a:ln>
        </p:spPr>
      </p:sp>
      <p:sp>
        <p:nvSpPr>
          <p:cNvPr id="414" name="Google Shape;414;p50"/>
          <p:cNvSpPr txBox="1"/>
          <p:nvPr>
            <p:ph idx="4" type="title"/>
          </p:nvPr>
        </p:nvSpPr>
        <p:spPr>
          <a:xfrm>
            <a:off x="3707650" y="2792175"/>
            <a:ext cx="4829400" cy="1405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BM Plex Sans Light"/>
              <a:buNone/>
              <a:defRPr sz="2400">
                <a:solidFill>
                  <a:schemeClr val="lt1"/>
                </a:solidFill>
              </a:defRPr>
            </a:lvl1pPr>
            <a:lvl2pPr lvl="1">
              <a:spcBef>
                <a:spcPts val="0"/>
              </a:spcBef>
              <a:spcAft>
                <a:spcPts val="0"/>
              </a:spcAft>
              <a:buClr>
                <a:schemeClr val="lt1"/>
              </a:buClr>
              <a:buSzPts val="2400"/>
              <a:buFont typeface="IBM Plex Sans Light"/>
              <a:buNone/>
              <a:defRPr sz="2400">
                <a:solidFill>
                  <a:schemeClr val="lt1"/>
                </a:solidFill>
              </a:defRPr>
            </a:lvl2pPr>
            <a:lvl3pPr lvl="2">
              <a:spcBef>
                <a:spcPts val="0"/>
              </a:spcBef>
              <a:spcAft>
                <a:spcPts val="0"/>
              </a:spcAft>
              <a:buClr>
                <a:schemeClr val="lt1"/>
              </a:buClr>
              <a:buSzPts val="2400"/>
              <a:buFont typeface="IBM Plex Sans Light"/>
              <a:buNone/>
              <a:defRPr sz="2400">
                <a:solidFill>
                  <a:schemeClr val="lt1"/>
                </a:solidFill>
              </a:defRPr>
            </a:lvl3pPr>
            <a:lvl4pPr lvl="3">
              <a:spcBef>
                <a:spcPts val="0"/>
              </a:spcBef>
              <a:spcAft>
                <a:spcPts val="0"/>
              </a:spcAft>
              <a:buClr>
                <a:schemeClr val="lt1"/>
              </a:buClr>
              <a:buSzPts val="2400"/>
              <a:buFont typeface="IBM Plex Sans Light"/>
              <a:buNone/>
              <a:defRPr sz="2400">
                <a:solidFill>
                  <a:schemeClr val="lt1"/>
                </a:solidFill>
              </a:defRPr>
            </a:lvl4pPr>
            <a:lvl5pPr lvl="4">
              <a:spcBef>
                <a:spcPts val="0"/>
              </a:spcBef>
              <a:spcAft>
                <a:spcPts val="0"/>
              </a:spcAft>
              <a:buClr>
                <a:schemeClr val="lt1"/>
              </a:buClr>
              <a:buSzPts val="2400"/>
              <a:buFont typeface="IBM Plex Sans Light"/>
              <a:buNone/>
              <a:defRPr sz="2400">
                <a:solidFill>
                  <a:schemeClr val="lt1"/>
                </a:solidFill>
              </a:defRPr>
            </a:lvl5pPr>
            <a:lvl6pPr lvl="5">
              <a:spcBef>
                <a:spcPts val="0"/>
              </a:spcBef>
              <a:spcAft>
                <a:spcPts val="0"/>
              </a:spcAft>
              <a:buClr>
                <a:schemeClr val="lt1"/>
              </a:buClr>
              <a:buSzPts val="2400"/>
              <a:buFont typeface="IBM Plex Sans Light"/>
              <a:buNone/>
              <a:defRPr sz="2400">
                <a:solidFill>
                  <a:schemeClr val="lt1"/>
                </a:solidFill>
              </a:defRPr>
            </a:lvl6pPr>
            <a:lvl7pPr lvl="6">
              <a:spcBef>
                <a:spcPts val="0"/>
              </a:spcBef>
              <a:spcAft>
                <a:spcPts val="0"/>
              </a:spcAft>
              <a:buClr>
                <a:schemeClr val="lt1"/>
              </a:buClr>
              <a:buSzPts val="2400"/>
              <a:buFont typeface="IBM Plex Sans Light"/>
              <a:buNone/>
              <a:defRPr sz="2400">
                <a:solidFill>
                  <a:schemeClr val="lt1"/>
                </a:solidFill>
              </a:defRPr>
            </a:lvl7pPr>
            <a:lvl8pPr lvl="7">
              <a:spcBef>
                <a:spcPts val="0"/>
              </a:spcBef>
              <a:spcAft>
                <a:spcPts val="0"/>
              </a:spcAft>
              <a:buClr>
                <a:schemeClr val="lt1"/>
              </a:buClr>
              <a:buSzPts val="2400"/>
              <a:buFont typeface="IBM Plex Sans Light"/>
              <a:buNone/>
              <a:defRPr sz="2400">
                <a:solidFill>
                  <a:schemeClr val="lt1"/>
                </a:solidFill>
              </a:defRPr>
            </a:lvl8pPr>
            <a:lvl9pPr lvl="8">
              <a:spcBef>
                <a:spcPts val="0"/>
              </a:spcBef>
              <a:spcAft>
                <a:spcPts val="0"/>
              </a:spcAft>
              <a:buClr>
                <a:schemeClr val="lt1"/>
              </a:buClr>
              <a:buSzPts val="2400"/>
              <a:buFont typeface="IBM Plex Sans Light"/>
              <a:buNone/>
              <a:defRPr sz="2400">
                <a:solidFill>
                  <a:schemeClr val="lt1"/>
                </a:solidFill>
              </a:defRPr>
            </a:lvl9pPr>
          </a:lstStyle>
          <a:p/>
        </p:txBody>
      </p:sp>
      <p:sp>
        <p:nvSpPr>
          <p:cNvPr id="415" name="Google Shape;415;p50"/>
          <p:cNvSpPr txBox="1"/>
          <p:nvPr>
            <p:ph idx="5" type="subTitle"/>
          </p:nvPr>
        </p:nvSpPr>
        <p:spPr>
          <a:xfrm>
            <a:off x="3707650" y="3954925"/>
            <a:ext cx="4829400" cy="471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IBM Plex Sans SemiBold"/>
              <a:buNone/>
              <a:defRPr sz="1600">
                <a:solidFill>
                  <a:schemeClr val="dk2"/>
                </a:solidFill>
              </a:defRPr>
            </a:lvl1pPr>
            <a:lvl2pPr lvl="1" algn="ctr">
              <a:spcBef>
                <a:spcPts val="0"/>
              </a:spcBef>
              <a:spcAft>
                <a:spcPts val="0"/>
              </a:spcAft>
              <a:buClr>
                <a:schemeClr val="dk2"/>
              </a:buClr>
              <a:buSzPts val="1600"/>
              <a:buFont typeface="IBM Plex Sans SemiBold"/>
              <a:buNone/>
              <a:defRPr sz="1600">
                <a:solidFill>
                  <a:schemeClr val="dk2"/>
                </a:solidFill>
              </a:defRPr>
            </a:lvl2pPr>
            <a:lvl3pPr lvl="2" algn="ctr">
              <a:spcBef>
                <a:spcPts val="0"/>
              </a:spcBef>
              <a:spcAft>
                <a:spcPts val="0"/>
              </a:spcAft>
              <a:buClr>
                <a:schemeClr val="dk2"/>
              </a:buClr>
              <a:buSzPts val="1600"/>
              <a:buFont typeface="IBM Plex Sans SemiBold"/>
              <a:buNone/>
              <a:defRPr sz="1600">
                <a:solidFill>
                  <a:schemeClr val="dk2"/>
                </a:solidFill>
              </a:defRPr>
            </a:lvl3pPr>
            <a:lvl4pPr lvl="3" algn="ctr">
              <a:spcBef>
                <a:spcPts val="0"/>
              </a:spcBef>
              <a:spcAft>
                <a:spcPts val="0"/>
              </a:spcAft>
              <a:buClr>
                <a:schemeClr val="dk2"/>
              </a:buClr>
              <a:buSzPts val="1600"/>
              <a:buFont typeface="IBM Plex Sans SemiBold"/>
              <a:buNone/>
              <a:defRPr sz="1600">
                <a:solidFill>
                  <a:schemeClr val="dk2"/>
                </a:solidFill>
              </a:defRPr>
            </a:lvl4pPr>
            <a:lvl5pPr lvl="4" algn="ctr">
              <a:spcBef>
                <a:spcPts val="0"/>
              </a:spcBef>
              <a:spcAft>
                <a:spcPts val="0"/>
              </a:spcAft>
              <a:buClr>
                <a:schemeClr val="dk2"/>
              </a:buClr>
              <a:buSzPts val="1600"/>
              <a:buFont typeface="IBM Plex Sans SemiBold"/>
              <a:buNone/>
              <a:defRPr sz="1600">
                <a:solidFill>
                  <a:schemeClr val="dk2"/>
                </a:solidFill>
              </a:defRPr>
            </a:lvl5pPr>
            <a:lvl6pPr lvl="5" algn="ctr">
              <a:spcBef>
                <a:spcPts val="0"/>
              </a:spcBef>
              <a:spcAft>
                <a:spcPts val="0"/>
              </a:spcAft>
              <a:buClr>
                <a:schemeClr val="dk2"/>
              </a:buClr>
              <a:buSzPts val="1600"/>
              <a:buFont typeface="IBM Plex Sans SemiBold"/>
              <a:buNone/>
              <a:defRPr sz="1600">
                <a:solidFill>
                  <a:schemeClr val="dk2"/>
                </a:solidFill>
              </a:defRPr>
            </a:lvl6pPr>
            <a:lvl7pPr lvl="6" algn="ctr">
              <a:spcBef>
                <a:spcPts val="0"/>
              </a:spcBef>
              <a:spcAft>
                <a:spcPts val="0"/>
              </a:spcAft>
              <a:buClr>
                <a:schemeClr val="dk2"/>
              </a:buClr>
              <a:buSzPts val="1600"/>
              <a:buFont typeface="IBM Plex Sans SemiBold"/>
              <a:buNone/>
              <a:defRPr sz="1600">
                <a:solidFill>
                  <a:schemeClr val="dk2"/>
                </a:solidFill>
              </a:defRPr>
            </a:lvl7pPr>
            <a:lvl8pPr lvl="7" algn="ctr">
              <a:spcBef>
                <a:spcPts val="0"/>
              </a:spcBef>
              <a:spcAft>
                <a:spcPts val="0"/>
              </a:spcAft>
              <a:buClr>
                <a:schemeClr val="dk2"/>
              </a:buClr>
              <a:buSzPts val="1600"/>
              <a:buFont typeface="IBM Plex Sans SemiBold"/>
              <a:buNone/>
              <a:defRPr sz="1600">
                <a:solidFill>
                  <a:schemeClr val="dk2"/>
                </a:solidFill>
              </a:defRPr>
            </a:lvl8pPr>
            <a:lvl9pPr lvl="8" algn="ctr">
              <a:spcBef>
                <a:spcPts val="0"/>
              </a:spcBef>
              <a:spcAft>
                <a:spcPts val="0"/>
              </a:spcAft>
              <a:buClr>
                <a:schemeClr val="dk2"/>
              </a:buClr>
              <a:buSzPts val="1600"/>
              <a:buFont typeface="IBM Plex Sans SemiBold"/>
              <a:buNone/>
              <a:defRPr sz="1600">
                <a:solidFill>
                  <a:schemeClr val="dk2"/>
                </a:solidFill>
              </a:defRPr>
            </a:lvl9pPr>
          </a:lstStyle>
          <a:p/>
        </p:txBody>
      </p:sp>
      <p:sp>
        <p:nvSpPr>
          <p:cNvPr id="416" name="Google Shape;416;p50"/>
          <p:cNvSpPr txBox="1"/>
          <p:nvPr>
            <p:ph idx="6"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1"/>
                </a:solidFill>
              </a:defRPr>
            </a:lvl1pPr>
            <a:lvl2pPr lvl="1" rtl="0">
              <a:buNone/>
              <a:defRPr sz="1000">
                <a:solidFill>
                  <a:schemeClr val="accent1"/>
                </a:solidFill>
              </a:defRPr>
            </a:lvl2pPr>
            <a:lvl3pPr lvl="2" rtl="0">
              <a:buNone/>
              <a:defRPr sz="1000">
                <a:solidFill>
                  <a:schemeClr val="accent1"/>
                </a:solidFill>
              </a:defRPr>
            </a:lvl3pPr>
            <a:lvl4pPr lvl="3" rtl="0">
              <a:buNone/>
              <a:defRPr sz="1000">
                <a:solidFill>
                  <a:schemeClr val="accent1"/>
                </a:solidFill>
              </a:defRPr>
            </a:lvl4pPr>
            <a:lvl5pPr lvl="4" rtl="0">
              <a:buNone/>
              <a:defRPr sz="1000">
                <a:solidFill>
                  <a:schemeClr val="accent1"/>
                </a:solidFill>
              </a:defRPr>
            </a:lvl5pPr>
            <a:lvl6pPr lvl="5" rtl="0">
              <a:buNone/>
              <a:defRPr sz="1000">
                <a:solidFill>
                  <a:schemeClr val="accent1"/>
                </a:solidFill>
              </a:defRPr>
            </a:lvl6pPr>
            <a:lvl7pPr lvl="6" rtl="0">
              <a:buNone/>
              <a:defRPr sz="1000">
                <a:solidFill>
                  <a:schemeClr val="accent1"/>
                </a:solidFill>
              </a:defRPr>
            </a:lvl7pPr>
            <a:lvl8pPr lvl="7" rtl="0">
              <a:buNone/>
              <a:defRPr sz="1000">
                <a:solidFill>
                  <a:schemeClr val="accent1"/>
                </a:solidFill>
              </a:defRPr>
            </a:lvl8pPr>
            <a:lvl9pPr lvl="8" rtl="0">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p:cSld name="CUSTOM_15">
    <p:bg>
      <p:bgPr>
        <a:solidFill>
          <a:schemeClr val="lt2"/>
        </a:solidFill>
      </p:bgPr>
    </p:bg>
    <p:spTree>
      <p:nvGrpSpPr>
        <p:cNvPr id="417" name="Shape 417"/>
        <p:cNvGrpSpPr/>
        <p:nvPr/>
      </p:nvGrpSpPr>
      <p:grpSpPr>
        <a:xfrm>
          <a:off x="0" y="0"/>
          <a:ext cx="0" cy="0"/>
          <a:chOff x="0" y="0"/>
          <a:chExt cx="0" cy="0"/>
        </a:xfrm>
      </p:grpSpPr>
      <p:sp>
        <p:nvSpPr>
          <p:cNvPr id="418" name="Google Shape;418;p51"/>
          <p:cNvSpPr txBox="1"/>
          <p:nvPr>
            <p:ph type="title"/>
          </p:nvPr>
        </p:nvSpPr>
        <p:spPr>
          <a:xfrm>
            <a:off x="938600" y="1990500"/>
            <a:ext cx="70230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
        <p:nvSpPr>
          <p:cNvPr id="419" name="Google Shape;419;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lt1"/>
                </a:solidFill>
              </a:defRPr>
            </a:lvl1pPr>
            <a:lvl2pPr lvl="1">
              <a:buNone/>
              <a:defRPr sz="1000">
                <a:solidFill>
                  <a:schemeClr val="lt1"/>
                </a:solidFill>
              </a:defRPr>
            </a:lvl2pPr>
            <a:lvl3pPr lvl="2">
              <a:buNone/>
              <a:defRPr sz="1000">
                <a:solidFill>
                  <a:schemeClr val="lt1"/>
                </a:solidFill>
              </a:defRPr>
            </a:lvl3pPr>
            <a:lvl4pPr lvl="3">
              <a:buNone/>
              <a:defRPr sz="1000">
                <a:solidFill>
                  <a:schemeClr val="lt1"/>
                </a:solidFill>
              </a:defRPr>
            </a:lvl4pPr>
            <a:lvl5pPr lvl="4">
              <a:buNone/>
              <a:defRPr sz="1000">
                <a:solidFill>
                  <a:schemeClr val="lt1"/>
                </a:solidFill>
              </a:defRPr>
            </a:lvl5pPr>
            <a:lvl6pPr lvl="5">
              <a:buNone/>
              <a:defRPr sz="1000">
                <a:solidFill>
                  <a:schemeClr val="lt1"/>
                </a:solidFill>
              </a:defRPr>
            </a:lvl6pPr>
            <a:lvl7pPr lvl="6">
              <a:buNone/>
              <a:defRPr sz="1000">
                <a:solidFill>
                  <a:schemeClr val="lt1"/>
                </a:solidFill>
              </a:defRPr>
            </a:lvl7pPr>
            <a:lvl8pPr lvl="7">
              <a:buNone/>
              <a:defRPr sz="1000">
                <a:solidFill>
                  <a:schemeClr val="lt1"/>
                </a:solidFill>
              </a:defRPr>
            </a:lvl8pPr>
            <a:lvl9pPr lvl="8">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Quote">
  <p:cSld name="CUSTOM_24">
    <p:bg>
      <p:bgPr>
        <a:solidFill>
          <a:schemeClr val="lt2"/>
        </a:solidFill>
      </p:bgPr>
    </p:bg>
    <p:spTree>
      <p:nvGrpSpPr>
        <p:cNvPr id="420" name="Shape 420"/>
        <p:cNvGrpSpPr/>
        <p:nvPr/>
      </p:nvGrpSpPr>
      <p:grpSpPr>
        <a:xfrm>
          <a:off x="0" y="0"/>
          <a:ext cx="0" cy="0"/>
          <a:chOff x="0" y="0"/>
          <a:chExt cx="0" cy="0"/>
        </a:xfrm>
      </p:grpSpPr>
      <p:sp>
        <p:nvSpPr>
          <p:cNvPr id="421" name="Google Shape;421;p52"/>
          <p:cNvSpPr txBox="1"/>
          <p:nvPr>
            <p:ph type="title"/>
          </p:nvPr>
        </p:nvSpPr>
        <p:spPr>
          <a:xfrm>
            <a:off x="1395800" y="570550"/>
            <a:ext cx="70230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
        <p:nvSpPr>
          <p:cNvPr id="422" name="Google Shape;422;p52"/>
          <p:cNvSpPr txBox="1"/>
          <p:nvPr>
            <p:ph idx="1" type="subTitle"/>
          </p:nvPr>
        </p:nvSpPr>
        <p:spPr>
          <a:xfrm>
            <a:off x="1395800" y="3759300"/>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IBM Plex Sans SemiBold"/>
              <a:buNone/>
              <a:defRPr>
                <a:solidFill>
                  <a:schemeClr val="lt1"/>
                </a:solidFill>
              </a:defRPr>
            </a:lvl1pPr>
            <a:lvl2pPr lvl="1">
              <a:spcBef>
                <a:spcPts val="0"/>
              </a:spcBef>
              <a:spcAft>
                <a:spcPts val="0"/>
              </a:spcAft>
              <a:buClr>
                <a:schemeClr val="lt1"/>
              </a:buClr>
              <a:buSzPts val="1400"/>
              <a:buFont typeface="IBM Plex Sans SemiBold"/>
              <a:buNone/>
              <a:defRPr>
                <a:solidFill>
                  <a:schemeClr val="lt1"/>
                </a:solidFill>
              </a:defRPr>
            </a:lvl2pPr>
            <a:lvl3pPr lvl="2">
              <a:spcBef>
                <a:spcPts val="0"/>
              </a:spcBef>
              <a:spcAft>
                <a:spcPts val="0"/>
              </a:spcAft>
              <a:buClr>
                <a:schemeClr val="lt1"/>
              </a:buClr>
              <a:buSzPts val="1400"/>
              <a:buFont typeface="IBM Plex Sans SemiBold"/>
              <a:buNone/>
              <a:defRPr>
                <a:solidFill>
                  <a:schemeClr val="lt1"/>
                </a:solidFill>
              </a:defRPr>
            </a:lvl3pPr>
            <a:lvl4pPr lvl="3">
              <a:spcBef>
                <a:spcPts val="0"/>
              </a:spcBef>
              <a:spcAft>
                <a:spcPts val="0"/>
              </a:spcAft>
              <a:buClr>
                <a:schemeClr val="lt1"/>
              </a:buClr>
              <a:buSzPts val="1400"/>
              <a:buFont typeface="IBM Plex Sans SemiBold"/>
              <a:buNone/>
              <a:defRPr>
                <a:solidFill>
                  <a:schemeClr val="lt1"/>
                </a:solidFill>
              </a:defRPr>
            </a:lvl4pPr>
            <a:lvl5pPr lvl="4">
              <a:spcBef>
                <a:spcPts val="0"/>
              </a:spcBef>
              <a:spcAft>
                <a:spcPts val="0"/>
              </a:spcAft>
              <a:buClr>
                <a:schemeClr val="lt1"/>
              </a:buClr>
              <a:buSzPts val="1400"/>
              <a:buFont typeface="IBM Plex Sans SemiBold"/>
              <a:buNone/>
              <a:defRPr>
                <a:solidFill>
                  <a:schemeClr val="lt1"/>
                </a:solidFill>
              </a:defRPr>
            </a:lvl5pPr>
            <a:lvl6pPr lvl="5">
              <a:spcBef>
                <a:spcPts val="0"/>
              </a:spcBef>
              <a:spcAft>
                <a:spcPts val="0"/>
              </a:spcAft>
              <a:buClr>
                <a:schemeClr val="lt1"/>
              </a:buClr>
              <a:buSzPts val="1400"/>
              <a:buFont typeface="IBM Plex Sans SemiBold"/>
              <a:buNone/>
              <a:defRPr>
                <a:solidFill>
                  <a:schemeClr val="lt1"/>
                </a:solidFill>
              </a:defRPr>
            </a:lvl6pPr>
            <a:lvl7pPr lvl="6">
              <a:spcBef>
                <a:spcPts val="0"/>
              </a:spcBef>
              <a:spcAft>
                <a:spcPts val="0"/>
              </a:spcAft>
              <a:buClr>
                <a:schemeClr val="lt1"/>
              </a:buClr>
              <a:buSzPts val="1400"/>
              <a:buFont typeface="IBM Plex Sans SemiBold"/>
              <a:buNone/>
              <a:defRPr>
                <a:solidFill>
                  <a:schemeClr val="lt1"/>
                </a:solidFill>
              </a:defRPr>
            </a:lvl7pPr>
            <a:lvl8pPr lvl="7">
              <a:spcBef>
                <a:spcPts val="0"/>
              </a:spcBef>
              <a:spcAft>
                <a:spcPts val="0"/>
              </a:spcAft>
              <a:buClr>
                <a:schemeClr val="lt1"/>
              </a:buClr>
              <a:buSzPts val="1400"/>
              <a:buFont typeface="IBM Plex Sans SemiBold"/>
              <a:buNone/>
              <a:defRPr>
                <a:solidFill>
                  <a:schemeClr val="lt1"/>
                </a:solidFill>
              </a:defRPr>
            </a:lvl8pPr>
            <a:lvl9pPr lvl="8">
              <a:spcBef>
                <a:spcPts val="0"/>
              </a:spcBef>
              <a:spcAft>
                <a:spcPts val="0"/>
              </a:spcAft>
              <a:buClr>
                <a:schemeClr val="lt1"/>
              </a:buClr>
              <a:buSzPts val="1400"/>
              <a:buFont typeface="IBM Plex Sans SemiBold"/>
              <a:buNone/>
              <a:defRPr>
                <a:solidFill>
                  <a:schemeClr val="lt1"/>
                </a:solidFill>
              </a:defRPr>
            </a:lvl9pPr>
          </a:lstStyle>
          <a:p/>
        </p:txBody>
      </p:sp>
      <p:sp>
        <p:nvSpPr>
          <p:cNvPr id="423" name="Google Shape;423;p52"/>
          <p:cNvSpPr txBox="1"/>
          <p:nvPr>
            <p:ph idx="2" type="body"/>
          </p:nvPr>
        </p:nvSpPr>
        <p:spPr>
          <a:xfrm>
            <a:off x="1395800" y="4029075"/>
            <a:ext cx="20433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BM Plex Sans"/>
              <a:buChar char="●"/>
              <a:defRPr>
                <a:solidFill>
                  <a:schemeClr val="lt1"/>
                </a:solidFill>
              </a:defRPr>
            </a:lvl1pPr>
            <a:lvl2pPr indent="-304800" lvl="1" marL="914400">
              <a:spcBef>
                <a:spcPts val="0"/>
              </a:spcBef>
              <a:spcAft>
                <a:spcPts val="0"/>
              </a:spcAft>
              <a:buClr>
                <a:schemeClr val="lt1"/>
              </a:buClr>
              <a:buSzPts val="1200"/>
              <a:buFont typeface="IBM Plex Sans"/>
              <a:buChar char="○"/>
              <a:defRPr>
                <a:solidFill>
                  <a:schemeClr val="lt1"/>
                </a:solidFill>
              </a:defRPr>
            </a:lvl2pPr>
            <a:lvl3pPr indent="-304800" lvl="2" marL="1371600">
              <a:spcBef>
                <a:spcPts val="0"/>
              </a:spcBef>
              <a:spcAft>
                <a:spcPts val="0"/>
              </a:spcAft>
              <a:buClr>
                <a:schemeClr val="lt1"/>
              </a:buClr>
              <a:buSzPts val="1200"/>
              <a:buFont typeface="IBM Plex Sans"/>
              <a:buChar char="■"/>
              <a:defRPr>
                <a:solidFill>
                  <a:schemeClr val="lt1"/>
                </a:solidFill>
              </a:defRPr>
            </a:lvl3pPr>
            <a:lvl4pPr indent="-304800" lvl="3" marL="1828800">
              <a:spcBef>
                <a:spcPts val="0"/>
              </a:spcBef>
              <a:spcAft>
                <a:spcPts val="0"/>
              </a:spcAft>
              <a:buClr>
                <a:schemeClr val="lt1"/>
              </a:buClr>
              <a:buSzPts val="1200"/>
              <a:buFont typeface="IBM Plex Sans"/>
              <a:buChar char="●"/>
              <a:defRPr>
                <a:solidFill>
                  <a:schemeClr val="lt1"/>
                </a:solidFill>
              </a:defRPr>
            </a:lvl4pPr>
            <a:lvl5pPr indent="-304800" lvl="4" marL="2286000">
              <a:spcBef>
                <a:spcPts val="0"/>
              </a:spcBef>
              <a:spcAft>
                <a:spcPts val="0"/>
              </a:spcAft>
              <a:buClr>
                <a:schemeClr val="lt1"/>
              </a:buClr>
              <a:buSzPts val="1200"/>
              <a:buFont typeface="IBM Plex Sans"/>
              <a:buChar char="○"/>
              <a:defRPr>
                <a:solidFill>
                  <a:schemeClr val="lt1"/>
                </a:solidFill>
              </a:defRPr>
            </a:lvl5pPr>
            <a:lvl6pPr indent="-304800" lvl="5" marL="2743200">
              <a:spcBef>
                <a:spcPts val="0"/>
              </a:spcBef>
              <a:spcAft>
                <a:spcPts val="0"/>
              </a:spcAft>
              <a:buClr>
                <a:schemeClr val="lt1"/>
              </a:buClr>
              <a:buSzPts val="1200"/>
              <a:buFont typeface="IBM Plex Sans"/>
              <a:buChar char="■"/>
              <a:defRPr>
                <a:solidFill>
                  <a:schemeClr val="lt1"/>
                </a:solidFill>
              </a:defRPr>
            </a:lvl6pPr>
            <a:lvl7pPr indent="-304800" lvl="6" marL="3200400">
              <a:spcBef>
                <a:spcPts val="0"/>
              </a:spcBef>
              <a:spcAft>
                <a:spcPts val="0"/>
              </a:spcAft>
              <a:buClr>
                <a:schemeClr val="lt1"/>
              </a:buClr>
              <a:buSzPts val="1200"/>
              <a:buFont typeface="IBM Plex Sans"/>
              <a:buChar char="●"/>
              <a:defRPr>
                <a:solidFill>
                  <a:schemeClr val="lt1"/>
                </a:solidFill>
              </a:defRPr>
            </a:lvl7pPr>
            <a:lvl8pPr indent="-304800" lvl="7" marL="3657600">
              <a:spcBef>
                <a:spcPts val="0"/>
              </a:spcBef>
              <a:spcAft>
                <a:spcPts val="0"/>
              </a:spcAft>
              <a:buClr>
                <a:schemeClr val="lt1"/>
              </a:buClr>
              <a:buSzPts val="1200"/>
              <a:buFont typeface="IBM Plex Sans"/>
              <a:buChar char="○"/>
              <a:defRPr>
                <a:solidFill>
                  <a:schemeClr val="lt1"/>
                </a:solidFill>
              </a:defRPr>
            </a:lvl8pPr>
            <a:lvl9pPr indent="-304800" lvl="8" marL="4114800">
              <a:spcBef>
                <a:spcPts val="0"/>
              </a:spcBef>
              <a:spcAft>
                <a:spcPts val="0"/>
              </a:spcAft>
              <a:buClr>
                <a:schemeClr val="lt1"/>
              </a:buClr>
              <a:buSzPts val="1200"/>
              <a:buFont typeface="IBM Plex Sans"/>
              <a:buChar char="■"/>
              <a:defRPr>
                <a:solidFill>
                  <a:schemeClr val="lt1"/>
                </a:solidFill>
              </a:defRPr>
            </a:lvl9pPr>
          </a:lstStyle>
          <a:p/>
        </p:txBody>
      </p:sp>
      <p:sp>
        <p:nvSpPr>
          <p:cNvPr id="424" name="Google Shape;424;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blems/Solutions">
  <p:cSld name="CUSTOM_3">
    <p:bg>
      <p:bgPr>
        <a:solidFill>
          <a:schemeClr val="accent2"/>
        </a:solidFill>
      </p:bgPr>
    </p:bg>
    <p:spTree>
      <p:nvGrpSpPr>
        <p:cNvPr id="425" name="Shape 425"/>
        <p:cNvGrpSpPr/>
        <p:nvPr/>
      </p:nvGrpSpPr>
      <p:grpSpPr>
        <a:xfrm>
          <a:off x="0" y="0"/>
          <a:ext cx="0" cy="0"/>
          <a:chOff x="0" y="0"/>
          <a:chExt cx="0" cy="0"/>
        </a:xfrm>
      </p:grpSpPr>
      <p:sp>
        <p:nvSpPr>
          <p:cNvPr id="426" name="Google Shape;426;p53"/>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427" name="Google Shape;427;p53"/>
          <p:cNvSpPr txBox="1"/>
          <p:nvPr>
            <p:ph idx="1" type="subTitle"/>
          </p:nvPr>
        </p:nvSpPr>
        <p:spPr>
          <a:xfrm>
            <a:off x="1213675" y="1382525"/>
            <a:ext cx="204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28" name="Google Shape;428;p53"/>
          <p:cNvSpPr txBox="1"/>
          <p:nvPr>
            <p:ph idx="2" type="body"/>
          </p:nvPr>
        </p:nvSpPr>
        <p:spPr>
          <a:xfrm>
            <a:off x="1212300" y="1652300"/>
            <a:ext cx="20433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29" name="Google Shape;429;p53"/>
          <p:cNvSpPr txBox="1"/>
          <p:nvPr>
            <p:ph idx="3" type="subTitle"/>
          </p:nvPr>
        </p:nvSpPr>
        <p:spPr>
          <a:xfrm>
            <a:off x="6096700" y="1382525"/>
            <a:ext cx="20679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30" name="Google Shape;430;p53"/>
          <p:cNvSpPr txBox="1"/>
          <p:nvPr>
            <p:ph idx="4" type="body"/>
          </p:nvPr>
        </p:nvSpPr>
        <p:spPr>
          <a:xfrm>
            <a:off x="6095325" y="1652300"/>
            <a:ext cx="20679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31" name="Google Shape;431;p53"/>
          <p:cNvSpPr txBox="1"/>
          <p:nvPr>
            <p:ph idx="5" type="subTitle"/>
          </p:nvPr>
        </p:nvSpPr>
        <p:spPr>
          <a:xfrm>
            <a:off x="1213675" y="2559225"/>
            <a:ext cx="204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32" name="Google Shape;432;p53"/>
          <p:cNvSpPr txBox="1"/>
          <p:nvPr>
            <p:ph idx="6" type="body"/>
          </p:nvPr>
        </p:nvSpPr>
        <p:spPr>
          <a:xfrm>
            <a:off x="1212300" y="2829000"/>
            <a:ext cx="20433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33" name="Google Shape;433;p53"/>
          <p:cNvSpPr txBox="1"/>
          <p:nvPr>
            <p:ph idx="7" type="subTitle"/>
          </p:nvPr>
        </p:nvSpPr>
        <p:spPr>
          <a:xfrm>
            <a:off x="6096701" y="2559225"/>
            <a:ext cx="20679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34" name="Google Shape;434;p53"/>
          <p:cNvSpPr txBox="1"/>
          <p:nvPr>
            <p:ph idx="8" type="body"/>
          </p:nvPr>
        </p:nvSpPr>
        <p:spPr>
          <a:xfrm>
            <a:off x="6095325" y="2829000"/>
            <a:ext cx="20679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35" name="Google Shape;435;p53"/>
          <p:cNvSpPr txBox="1"/>
          <p:nvPr>
            <p:ph idx="9" type="subTitle"/>
          </p:nvPr>
        </p:nvSpPr>
        <p:spPr>
          <a:xfrm>
            <a:off x="1213675" y="3649400"/>
            <a:ext cx="20433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36" name="Google Shape;436;p53"/>
          <p:cNvSpPr txBox="1"/>
          <p:nvPr>
            <p:ph idx="13" type="body"/>
          </p:nvPr>
        </p:nvSpPr>
        <p:spPr>
          <a:xfrm>
            <a:off x="1212300" y="3919175"/>
            <a:ext cx="20433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37" name="Google Shape;437;p53"/>
          <p:cNvSpPr txBox="1"/>
          <p:nvPr>
            <p:ph idx="14" type="subTitle"/>
          </p:nvPr>
        </p:nvSpPr>
        <p:spPr>
          <a:xfrm>
            <a:off x="6096701" y="3649400"/>
            <a:ext cx="20679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38" name="Google Shape;438;p53"/>
          <p:cNvSpPr txBox="1"/>
          <p:nvPr>
            <p:ph idx="15" type="body"/>
          </p:nvPr>
        </p:nvSpPr>
        <p:spPr>
          <a:xfrm>
            <a:off x="6095325" y="3919175"/>
            <a:ext cx="2067900" cy="507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439" name="Google Shape;439;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27">
    <p:spTree>
      <p:nvGrpSpPr>
        <p:cNvPr id="440" name="Shape 440"/>
        <p:cNvGrpSpPr/>
        <p:nvPr/>
      </p:nvGrpSpPr>
      <p:grpSpPr>
        <a:xfrm>
          <a:off x="0" y="0"/>
          <a:ext cx="0" cy="0"/>
          <a:chOff x="0" y="0"/>
          <a:chExt cx="0" cy="0"/>
        </a:xfrm>
      </p:grpSpPr>
      <p:sp>
        <p:nvSpPr>
          <p:cNvPr id="441" name="Google Shape;441;p54"/>
          <p:cNvSpPr txBox="1"/>
          <p:nvPr>
            <p:ph idx="1" type="body"/>
          </p:nvPr>
        </p:nvSpPr>
        <p:spPr>
          <a:xfrm>
            <a:off x="330200" y="465763"/>
            <a:ext cx="3662400" cy="1691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2"/>
              </a:buClr>
              <a:buSzPts val="1400"/>
              <a:buFont typeface="IBM Plex Sans"/>
              <a:buChar char="●"/>
              <a:defRPr sz="1400">
                <a:solidFill>
                  <a:schemeClr val="lt2"/>
                </a:solidFill>
              </a:defRPr>
            </a:lvl1pPr>
            <a:lvl2pPr indent="-317500" lvl="1" marL="914400">
              <a:spcBef>
                <a:spcPts val="0"/>
              </a:spcBef>
              <a:spcAft>
                <a:spcPts val="0"/>
              </a:spcAft>
              <a:buClr>
                <a:schemeClr val="lt2"/>
              </a:buClr>
              <a:buSzPts val="1400"/>
              <a:buFont typeface="IBM Plex Sans"/>
              <a:buChar char="○"/>
              <a:defRPr sz="1400">
                <a:solidFill>
                  <a:schemeClr val="lt2"/>
                </a:solidFill>
              </a:defRPr>
            </a:lvl2pPr>
            <a:lvl3pPr indent="-317500" lvl="2" marL="1371600">
              <a:spcBef>
                <a:spcPts val="0"/>
              </a:spcBef>
              <a:spcAft>
                <a:spcPts val="0"/>
              </a:spcAft>
              <a:buClr>
                <a:schemeClr val="lt2"/>
              </a:buClr>
              <a:buSzPts val="1400"/>
              <a:buFont typeface="IBM Plex Sans"/>
              <a:buChar char="■"/>
              <a:defRPr sz="1400">
                <a:solidFill>
                  <a:schemeClr val="lt2"/>
                </a:solidFill>
              </a:defRPr>
            </a:lvl3pPr>
            <a:lvl4pPr indent="-317500" lvl="3" marL="1828800">
              <a:spcBef>
                <a:spcPts val="0"/>
              </a:spcBef>
              <a:spcAft>
                <a:spcPts val="0"/>
              </a:spcAft>
              <a:buClr>
                <a:schemeClr val="lt2"/>
              </a:buClr>
              <a:buSzPts val="1400"/>
              <a:buFont typeface="IBM Plex Sans"/>
              <a:buChar char="●"/>
              <a:defRPr sz="1400">
                <a:solidFill>
                  <a:schemeClr val="lt2"/>
                </a:solidFill>
              </a:defRPr>
            </a:lvl4pPr>
            <a:lvl5pPr indent="-317500" lvl="4" marL="2286000">
              <a:spcBef>
                <a:spcPts val="0"/>
              </a:spcBef>
              <a:spcAft>
                <a:spcPts val="0"/>
              </a:spcAft>
              <a:buClr>
                <a:schemeClr val="lt2"/>
              </a:buClr>
              <a:buSzPts val="1400"/>
              <a:buFont typeface="IBM Plex Sans"/>
              <a:buChar char="○"/>
              <a:defRPr sz="1400">
                <a:solidFill>
                  <a:schemeClr val="lt2"/>
                </a:solidFill>
              </a:defRPr>
            </a:lvl5pPr>
            <a:lvl6pPr indent="-317500" lvl="5" marL="2743200">
              <a:spcBef>
                <a:spcPts val="0"/>
              </a:spcBef>
              <a:spcAft>
                <a:spcPts val="0"/>
              </a:spcAft>
              <a:buClr>
                <a:schemeClr val="lt2"/>
              </a:buClr>
              <a:buSzPts val="1400"/>
              <a:buFont typeface="IBM Plex Sans"/>
              <a:buChar char="■"/>
              <a:defRPr sz="1400">
                <a:solidFill>
                  <a:schemeClr val="lt2"/>
                </a:solidFill>
              </a:defRPr>
            </a:lvl6pPr>
            <a:lvl7pPr indent="-317500" lvl="6" marL="3200400">
              <a:spcBef>
                <a:spcPts val="0"/>
              </a:spcBef>
              <a:spcAft>
                <a:spcPts val="0"/>
              </a:spcAft>
              <a:buClr>
                <a:schemeClr val="lt2"/>
              </a:buClr>
              <a:buSzPts val="1400"/>
              <a:buFont typeface="IBM Plex Sans"/>
              <a:buChar char="●"/>
              <a:defRPr sz="1400">
                <a:solidFill>
                  <a:schemeClr val="lt2"/>
                </a:solidFill>
              </a:defRPr>
            </a:lvl7pPr>
            <a:lvl8pPr indent="-317500" lvl="7" marL="3657600">
              <a:spcBef>
                <a:spcPts val="0"/>
              </a:spcBef>
              <a:spcAft>
                <a:spcPts val="0"/>
              </a:spcAft>
              <a:buClr>
                <a:schemeClr val="lt2"/>
              </a:buClr>
              <a:buSzPts val="1400"/>
              <a:buFont typeface="IBM Plex Sans"/>
              <a:buChar char="○"/>
              <a:defRPr sz="1400">
                <a:solidFill>
                  <a:schemeClr val="lt2"/>
                </a:solidFill>
              </a:defRPr>
            </a:lvl8pPr>
            <a:lvl9pPr indent="-317500" lvl="8" marL="4114800">
              <a:spcBef>
                <a:spcPts val="0"/>
              </a:spcBef>
              <a:spcAft>
                <a:spcPts val="0"/>
              </a:spcAft>
              <a:buClr>
                <a:schemeClr val="lt2"/>
              </a:buClr>
              <a:buSzPts val="1400"/>
              <a:buFont typeface="IBM Plex Sans"/>
              <a:buChar char="■"/>
              <a:defRPr sz="1400">
                <a:solidFill>
                  <a:schemeClr val="lt2"/>
                </a:solidFill>
              </a:defRPr>
            </a:lvl9pPr>
          </a:lstStyle>
          <a:p/>
        </p:txBody>
      </p:sp>
      <p:sp>
        <p:nvSpPr>
          <p:cNvPr id="442" name="Google Shape;442;p54"/>
          <p:cNvSpPr txBox="1"/>
          <p:nvPr>
            <p:ph idx="2" type="body"/>
          </p:nvPr>
        </p:nvSpPr>
        <p:spPr>
          <a:xfrm>
            <a:off x="330200" y="3362538"/>
            <a:ext cx="3662400" cy="1315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Font typeface="IBM Plex Sans"/>
              <a:buChar char="●"/>
              <a:defRPr>
                <a:solidFill>
                  <a:schemeClr val="accent1"/>
                </a:solidFill>
              </a:defRPr>
            </a:lvl1pPr>
            <a:lvl2pPr indent="-304800" lvl="1" marL="914400">
              <a:spcBef>
                <a:spcPts val="0"/>
              </a:spcBef>
              <a:spcAft>
                <a:spcPts val="0"/>
              </a:spcAft>
              <a:buClr>
                <a:schemeClr val="accent1"/>
              </a:buClr>
              <a:buSzPts val="1200"/>
              <a:buFont typeface="IBM Plex Sans"/>
              <a:buChar char="○"/>
              <a:defRPr>
                <a:solidFill>
                  <a:schemeClr val="accent1"/>
                </a:solidFill>
              </a:defRPr>
            </a:lvl2pPr>
            <a:lvl3pPr indent="-304800" lvl="2" marL="1371600">
              <a:spcBef>
                <a:spcPts val="0"/>
              </a:spcBef>
              <a:spcAft>
                <a:spcPts val="0"/>
              </a:spcAft>
              <a:buClr>
                <a:schemeClr val="accent1"/>
              </a:buClr>
              <a:buSzPts val="1200"/>
              <a:buFont typeface="IBM Plex Sans"/>
              <a:buChar char="■"/>
              <a:defRPr>
                <a:solidFill>
                  <a:schemeClr val="accent1"/>
                </a:solidFill>
              </a:defRPr>
            </a:lvl3pPr>
            <a:lvl4pPr indent="-304800" lvl="3" marL="1828800">
              <a:spcBef>
                <a:spcPts val="0"/>
              </a:spcBef>
              <a:spcAft>
                <a:spcPts val="0"/>
              </a:spcAft>
              <a:buClr>
                <a:schemeClr val="accent1"/>
              </a:buClr>
              <a:buSzPts val="1200"/>
              <a:buFont typeface="IBM Plex Sans"/>
              <a:buChar char="●"/>
              <a:defRPr>
                <a:solidFill>
                  <a:schemeClr val="accent1"/>
                </a:solidFill>
              </a:defRPr>
            </a:lvl4pPr>
            <a:lvl5pPr indent="-304800" lvl="4" marL="2286000">
              <a:spcBef>
                <a:spcPts val="0"/>
              </a:spcBef>
              <a:spcAft>
                <a:spcPts val="0"/>
              </a:spcAft>
              <a:buClr>
                <a:schemeClr val="accent1"/>
              </a:buClr>
              <a:buSzPts val="1200"/>
              <a:buFont typeface="IBM Plex Sans"/>
              <a:buChar char="○"/>
              <a:defRPr>
                <a:solidFill>
                  <a:schemeClr val="accent1"/>
                </a:solidFill>
              </a:defRPr>
            </a:lvl5pPr>
            <a:lvl6pPr indent="-304800" lvl="5" marL="2743200">
              <a:spcBef>
                <a:spcPts val="0"/>
              </a:spcBef>
              <a:spcAft>
                <a:spcPts val="0"/>
              </a:spcAft>
              <a:buClr>
                <a:schemeClr val="accent1"/>
              </a:buClr>
              <a:buSzPts val="1200"/>
              <a:buFont typeface="IBM Plex Sans"/>
              <a:buChar char="■"/>
              <a:defRPr>
                <a:solidFill>
                  <a:schemeClr val="accent1"/>
                </a:solidFill>
              </a:defRPr>
            </a:lvl6pPr>
            <a:lvl7pPr indent="-304800" lvl="6" marL="3200400">
              <a:spcBef>
                <a:spcPts val="0"/>
              </a:spcBef>
              <a:spcAft>
                <a:spcPts val="0"/>
              </a:spcAft>
              <a:buClr>
                <a:schemeClr val="accent1"/>
              </a:buClr>
              <a:buSzPts val="1200"/>
              <a:buFont typeface="IBM Plex Sans"/>
              <a:buChar char="●"/>
              <a:defRPr>
                <a:solidFill>
                  <a:schemeClr val="accent1"/>
                </a:solidFill>
              </a:defRPr>
            </a:lvl7pPr>
            <a:lvl8pPr indent="-304800" lvl="7" marL="3657600">
              <a:spcBef>
                <a:spcPts val="0"/>
              </a:spcBef>
              <a:spcAft>
                <a:spcPts val="0"/>
              </a:spcAft>
              <a:buClr>
                <a:schemeClr val="accent1"/>
              </a:buClr>
              <a:buSzPts val="1200"/>
              <a:buFont typeface="IBM Plex Sans"/>
              <a:buChar char="○"/>
              <a:defRPr>
                <a:solidFill>
                  <a:schemeClr val="accent1"/>
                </a:solidFill>
              </a:defRPr>
            </a:lvl8pPr>
            <a:lvl9pPr indent="-304800" lvl="8" marL="4114800">
              <a:spcBef>
                <a:spcPts val="0"/>
              </a:spcBef>
              <a:spcAft>
                <a:spcPts val="0"/>
              </a:spcAft>
              <a:buClr>
                <a:schemeClr val="accent1"/>
              </a:buClr>
              <a:buSzPts val="1200"/>
              <a:buFont typeface="IBM Plex Sans"/>
              <a:buChar char="■"/>
              <a:defRPr>
                <a:solidFill>
                  <a:schemeClr val="accent1"/>
                </a:solidFill>
              </a:defRPr>
            </a:lvl9pPr>
          </a:lstStyle>
          <a:p/>
        </p:txBody>
      </p:sp>
      <p:sp>
        <p:nvSpPr>
          <p:cNvPr id="443" name="Google Shape;443;p54"/>
          <p:cNvSpPr txBox="1"/>
          <p:nvPr>
            <p:ph idx="3" type="subTitle"/>
          </p:nvPr>
        </p:nvSpPr>
        <p:spPr>
          <a:xfrm>
            <a:off x="330200" y="3022638"/>
            <a:ext cx="3662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200"/>
              <a:buFont typeface="IBM Plex Sans"/>
              <a:buNone/>
              <a:defRPr sz="1200">
                <a:latin typeface="IBM Plex Sans"/>
                <a:ea typeface="IBM Plex Sans"/>
                <a:cs typeface="IBM Plex Sans"/>
                <a:sym typeface="IBM Plex Sans"/>
              </a:defRPr>
            </a:lvl1pPr>
            <a:lvl2pPr lvl="1">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1200"/>
              <a:buFont typeface="IBM Plex Sans"/>
              <a:buNone/>
              <a:defRPr sz="1200">
                <a:solidFill>
                  <a:schemeClr val="dk1"/>
                </a:solidFill>
                <a:latin typeface="IBM Plex Sans"/>
                <a:ea typeface="IBM Plex Sans"/>
                <a:cs typeface="IBM Plex Sans"/>
                <a:sym typeface="IBM Plex Sans"/>
              </a:defRPr>
            </a:lvl9pPr>
          </a:lstStyle>
          <a:p/>
        </p:txBody>
      </p:sp>
      <p:sp>
        <p:nvSpPr>
          <p:cNvPr id="444" name="Google Shape;444;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1"/>
                </a:solidFill>
              </a:defRPr>
            </a:lvl1pPr>
            <a:lvl2pPr lvl="1" rtl="0">
              <a:buNone/>
              <a:defRPr sz="1000">
                <a:solidFill>
                  <a:schemeClr val="accent1"/>
                </a:solidFill>
              </a:defRPr>
            </a:lvl2pPr>
            <a:lvl3pPr lvl="2" rtl="0">
              <a:buNone/>
              <a:defRPr sz="1000">
                <a:solidFill>
                  <a:schemeClr val="accent1"/>
                </a:solidFill>
              </a:defRPr>
            </a:lvl3pPr>
            <a:lvl4pPr lvl="3" rtl="0">
              <a:buNone/>
              <a:defRPr sz="1000">
                <a:solidFill>
                  <a:schemeClr val="accent1"/>
                </a:solidFill>
              </a:defRPr>
            </a:lvl4pPr>
            <a:lvl5pPr lvl="4" rtl="0">
              <a:buNone/>
              <a:defRPr sz="1000">
                <a:solidFill>
                  <a:schemeClr val="accent1"/>
                </a:solidFill>
              </a:defRPr>
            </a:lvl5pPr>
            <a:lvl6pPr lvl="5" rtl="0">
              <a:buNone/>
              <a:defRPr sz="1000">
                <a:solidFill>
                  <a:schemeClr val="accent1"/>
                </a:solidFill>
              </a:defRPr>
            </a:lvl6pPr>
            <a:lvl7pPr lvl="6" rtl="0">
              <a:buNone/>
              <a:defRPr sz="1000">
                <a:solidFill>
                  <a:schemeClr val="accent1"/>
                </a:solidFill>
              </a:defRPr>
            </a:lvl7pPr>
            <a:lvl8pPr lvl="7" rtl="0">
              <a:buNone/>
              <a:defRPr sz="1000">
                <a:solidFill>
                  <a:schemeClr val="accent1"/>
                </a:solidFill>
              </a:defRPr>
            </a:lvl8pPr>
            <a:lvl9pPr lvl="8" rtl="0">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
        <p:nvSpPr>
          <p:cNvPr id="445" name="Google Shape;445;p54"/>
          <p:cNvSpPr/>
          <p:nvPr>
            <p:ph idx="4" type="pic"/>
          </p:nvPr>
        </p:nvSpPr>
        <p:spPr>
          <a:xfrm>
            <a:off x="4630750" y="145500"/>
            <a:ext cx="4367700" cy="48525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O Opportunities">
  <p:cSld name="CUSTOM_7">
    <p:spTree>
      <p:nvGrpSpPr>
        <p:cNvPr id="446" name="Shape 446"/>
        <p:cNvGrpSpPr/>
        <p:nvPr/>
      </p:nvGrpSpPr>
      <p:grpSpPr>
        <a:xfrm>
          <a:off x="0" y="0"/>
          <a:ext cx="0" cy="0"/>
          <a:chOff x="0" y="0"/>
          <a:chExt cx="0" cy="0"/>
        </a:xfrm>
      </p:grpSpPr>
      <p:sp>
        <p:nvSpPr>
          <p:cNvPr id="447" name="Google Shape;447;p55"/>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448" name="Google Shape;448;p55"/>
          <p:cNvSpPr txBox="1"/>
          <p:nvPr>
            <p:ph idx="1" type="subTitle"/>
          </p:nvPr>
        </p:nvSpPr>
        <p:spPr>
          <a:xfrm>
            <a:off x="358900" y="2526725"/>
            <a:ext cx="15282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49" name="Google Shape;449;p55"/>
          <p:cNvSpPr txBox="1"/>
          <p:nvPr>
            <p:ph idx="2" type="subTitle"/>
          </p:nvPr>
        </p:nvSpPr>
        <p:spPr>
          <a:xfrm>
            <a:off x="2027041" y="2526725"/>
            <a:ext cx="15282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50" name="Google Shape;450;p55"/>
          <p:cNvSpPr txBox="1"/>
          <p:nvPr>
            <p:ph idx="3" type="subTitle"/>
          </p:nvPr>
        </p:nvSpPr>
        <p:spPr>
          <a:xfrm>
            <a:off x="3695181" y="2526725"/>
            <a:ext cx="15282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51" name="Google Shape;451;p55"/>
          <p:cNvSpPr txBox="1"/>
          <p:nvPr>
            <p:ph idx="4" type="subTitle"/>
          </p:nvPr>
        </p:nvSpPr>
        <p:spPr>
          <a:xfrm>
            <a:off x="5363322" y="2526725"/>
            <a:ext cx="15282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52" name="Google Shape;452;p55"/>
          <p:cNvSpPr txBox="1"/>
          <p:nvPr>
            <p:ph idx="5" type="subTitle"/>
          </p:nvPr>
        </p:nvSpPr>
        <p:spPr>
          <a:xfrm>
            <a:off x="7031462" y="2526725"/>
            <a:ext cx="15282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453" name="Google Shape;453;p55"/>
          <p:cNvSpPr txBox="1"/>
          <p:nvPr>
            <p:ph idx="6" type="body"/>
          </p:nvPr>
        </p:nvSpPr>
        <p:spPr>
          <a:xfrm>
            <a:off x="358900" y="2997300"/>
            <a:ext cx="1528200" cy="1566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54" name="Google Shape;454;p55"/>
          <p:cNvSpPr txBox="1"/>
          <p:nvPr>
            <p:ph idx="7" type="body"/>
          </p:nvPr>
        </p:nvSpPr>
        <p:spPr>
          <a:xfrm>
            <a:off x="2027050" y="2997300"/>
            <a:ext cx="1528200" cy="1566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55" name="Google Shape;455;p55"/>
          <p:cNvSpPr txBox="1"/>
          <p:nvPr>
            <p:ph idx="8" type="body"/>
          </p:nvPr>
        </p:nvSpPr>
        <p:spPr>
          <a:xfrm>
            <a:off x="3695200" y="2997300"/>
            <a:ext cx="1528200" cy="1566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56" name="Google Shape;456;p55"/>
          <p:cNvSpPr txBox="1"/>
          <p:nvPr>
            <p:ph idx="9" type="body"/>
          </p:nvPr>
        </p:nvSpPr>
        <p:spPr>
          <a:xfrm>
            <a:off x="5363350" y="2997300"/>
            <a:ext cx="1528200" cy="1566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57" name="Google Shape;457;p55"/>
          <p:cNvSpPr txBox="1"/>
          <p:nvPr>
            <p:ph idx="13" type="body"/>
          </p:nvPr>
        </p:nvSpPr>
        <p:spPr>
          <a:xfrm>
            <a:off x="7031500" y="2997300"/>
            <a:ext cx="1528200" cy="1566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58" name="Google Shape;458;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1"/>
                </a:solidFill>
              </a:defRPr>
            </a:lvl1pPr>
            <a:lvl2pPr lvl="1" rtl="0">
              <a:buNone/>
              <a:defRPr sz="1000">
                <a:solidFill>
                  <a:schemeClr val="accent1"/>
                </a:solidFill>
              </a:defRPr>
            </a:lvl2pPr>
            <a:lvl3pPr lvl="2" rtl="0">
              <a:buNone/>
              <a:defRPr sz="1000">
                <a:solidFill>
                  <a:schemeClr val="accent1"/>
                </a:solidFill>
              </a:defRPr>
            </a:lvl3pPr>
            <a:lvl4pPr lvl="3" rtl="0">
              <a:buNone/>
              <a:defRPr sz="1000">
                <a:solidFill>
                  <a:schemeClr val="accent1"/>
                </a:solidFill>
              </a:defRPr>
            </a:lvl4pPr>
            <a:lvl5pPr lvl="4" rtl="0">
              <a:buNone/>
              <a:defRPr sz="1000">
                <a:solidFill>
                  <a:schemeClr val="accent1"/>
                </a:solidFill>
              </a:defRPr>
            </a:lvl5pPr>
            <a:lvl6pPr lvl="5" rtl="0">
              <a:buNone/>
              <a:defRPr sz="1000">
                <a:solidFill>
                  <a:schemeClr val="accent1"/>
                </a:solidFill>
              </a:defRPr>
            </a:lvl6pPr>
            <a:lvl7pPr lvl="6" rtl="0">
              <a:buNone/>
              <a:defRPr sz="1000">
                <a:solidFill>
                  <a:schemeClr val="accent1"/>
                </a:solidFill>
              </a:defRPr>
            </a:lvl7pPr>
            <a:lvl8pPr lvl="7" rtl="0">
              <a:buNone/>
              <a:defRPr sz="1000">
                <a:solidFill>
                  <a:schemeClr val="accent1"/>
                </a:solidFill>
              </a:defRPr>
            </a:lvl8pPr>
            <a:lvl9pPr lvl="8" rtl="0">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p:cSld name="CUSTOM_8">
    <p:bg>
      <p:bgPr>
        <a:solidFill>
          <a:schemeClr val="dk1"/>
        </a:solidFill>
      </p:bgPr>
    </p:bg>
    <p:spTree>
      <p:nvGrpSpPr>
        <p:cNvPr id="459" name="Shape 459"/>
        <p:cNvGrpSpPr/>
        <p:nvPr/>
      </p:nvGrpSpPr>
      <p:grpSpPr>
        <a:xfrm>
          <a:off x="0" y="0"/>
          <a:ext cx="0" cy="0"/>
          <a:chOff x="0" y="0"/>
          <a:chExt cx="0" cy="0"/>
        </a:xfrm>
      </p:grpSpPr>
      <p:sp>
        <p:nvSpPr>
          <p:cNvPr id="460" name="Google Shape;460;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
        <p:nvSpPr>
          <p:cNvPr id="461" name="Google Shape;461;p56"/>
          <p:cNvSpPr txBox="1"/>
          <p:nvPr>
            <p:ph type="title"/>
          </p:nvPr>
        </p:nvSpPr>
        <p:spPr>
          <a:xfrm>
            <a:off x="938600" y="270175"/>
            <a:ext cx="70230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
        <p:nvSpPr>
          <p:cNvPr id="462" name="Google Shape;462;p56"/>
          <p:cNvSpPr txBox="1"/>
          <p:nvPr>
            <p:ph idx="2" type="title"/>
          </p:nvPr>
        </p:nvSpPr>
        <p:spPr>
          <a:xfrm>
            <a:off x="938600" y="1432675"/>
            <a:ext cx="70230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
        <p:nvSpPr>
          <p:cNvPr id="463" name="Google Shape;463;p56"/>
          <p:cNvSpPr txBox="1"/>
          <p:nvPr>
            <p:ph idx="3" type="title"/>
          </p:nvPr>
        </p:nvSpPr>
        <p:spPr>
          <a:xfrm>
            <a:off x="938600" y="2595175"/>
            <a:ext cx="70230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
        <p:nvSpPr>
          <p:cNvPr id="464" name="Google Shape;464;p56"/>
          <p:cNvSpPr txBox="1"/>
          <p:nvPr>
            <p:ph idx="4" type="title"/>
          </p:nvPr>
        </p:nvSpPr>
        <p:spPr>
          <a:xfrm>
            <a:off x="938600" y="3757675"/>
            <a:ext cx="70230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10">
    <p:bg>
      <p:bgPr>
        <a:solidFill>
          <a:schemeClr val="accent2"/>
        </a:solidFill>
      </p:bgPr>
    </p:bg>
    <p:spTree>
      <p:nvGrpSpPr>
        <p:cNvPr id="465" name="Shape 465"/>
        <p:cNvGrpSpPr/>
        <p:nvPr/>
      </p:nvGrpSpPr>
      <p:grpSpPr>
        <a:xfrm>
          <a:off x="0" y="0"/>
          <a:ext cx="0" cy="0"/>
          <a:chOff x="0" y="0"/>
          <a:chExt cx="0" cy="0"/>
        </a:xfrm>
      </p:grpSpPr>
      <p:sp>
        <p:nvSpPr>
          <p:cNvPr id="466" name="Google Shape;466;p57"/>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467" name="Google Shape;467;p57"/>
          <p:cNvSpPr txBox="1"/>
          <p:nvPr>
            <p:ph idx="1" type="body"/>
          </p:nvPr>
        </p:nvSpPr>
        <p:spPr>
          <a:xfrm>
            <a:off x="254000" y="1796375"/>
            <a:ext cx="3720000" cy="1993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68" name="Google Shape;468;p57"/>
          <p:cNvSpPr txBox="1"/>
          <p:nvPr>
            <p:ph idx="2" type="subTitle"/>
          </p:nvPr>
        </p:nvSpPr>
        <p:spPr>
          <a:xfrm>
            <a:off x="660400" y="3767800"/>
            <a:ext cx="18669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69" name="Google Shape;469;p57"/>
          <p:cNvSpPr txBox="1"/>
          <p:nvPr>
            <p:ph idx="3" type="subTitle"/>
          </p:nvPr>
        </p:nvSpPr>
        <p:spPr>
          <a:xfrm>
            <a:off x="660400" y="4250388"/>
            <a:ext cx="18669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70" name="Google Shape;470;p57"/>
          <p:cNvSpPr txBox="1"/>
          <p:nvPr>
            <p:ph idx="4" type="subTitle"/>
          </p:nvPr>
        </p:nvSpPr>
        <p:spPr>
          <a:xfrm>
            <a:off x="3173375" y="3767800"/>
            <a:ext cx="18669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71" name="Google Shape;471;p57"/>
          <p:cNvSpPr txBox="1"/>
          <p:nvPr>
            <p:ph idx="5" type="subTitle"/>
          </p:nvPr>
        </p:nvSpPr>
        <p:spPr>
          <a:xfrm>
            <a:off x="3173375" y="4250388"/>
            <a:ext cx="18669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72" name="Google Shape;472;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Campaign Overview">
  <p:cSld name="CUSTOM_22">
    <p:spTree>
      <p:nvGrpSpPr>
        <p:cNvPr id="473" name="Shape 473"/>
        <p:cNvGrpSpPr/>
        <p:nvPr/>
      </p:nvGrpSpPr>
      <p:grpSpPr>
        <a:xfrm>
          <a:off x="0" y="0"/>
          <a:ext cx="0" cy="0"/>
          <a:chOff x="0" y="0"/>
          <a:chExt cx="0" cy="0"/>
        </a:xfrm>
      </p:grpSpPr>
      <p:sp>
        <p:nvSpPr>
          <p:cNvPr id="474" name="Google Shape;474;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
        <p:nvSpPr>
          <p:cNvPr id="475" name="Google Shape;475;p58"/>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476" name="Google Shape;476;p58"/>
          <p:cNvSpPr/>
          <p:nvPr>
            <p:ph idx="2" type="pic"/>
          </p:nvPr>
        </p:nvSpPr>
        <p:spPr>
          <a:xfrm>
            <a:off x="4632975" y="1261725"/>
            <a:ext cx="4383600" cy="3736200"/>
          </a:xfrm>
          <a:prstGeom prst="rect">
            <a:avLst/>
          </a:prstGeom>
          <a:noFill/>
          <a:ln>
            <a:noFill/>
          </a:ln>
        </p:spPr>
      </p:sp>
      <p:sp>
        <p:nvSpPr>
          <p:cNvPr id="477" name="Google Shape;477;p58"/>
          <p:cNvSpPr txBox="1"/>
          <p:nvPr>
            <p:ph idx="1" type="subTitle"/>
          </p:nvPr>
        </p:nvSpPr>
        <p:spPr>
          <a:xfrm>
            <a:off x="254000" y="1948775"/>
            <a:ext cx="35724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78" name="Google Shape;478;p58"/>
          <p:cNvSpPr txBox="1"/>
          <p:nvPr>
            <p:ph idx="3" type="subTitle"/>
          </p:nvPr>
        </p:nvSpPr>
        <p:spPr>
          <a:xfrm>
            <a:off x="254000" y="2866325"/>
            <a:ext cx="35724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79" name="Google Shape;479;p58"/>
          <p:cNvSpPr txBox="1"/>
          <p:nvPr>
            <p:ph idx="4" type="subTitle"/>
          </p:nvPr>
        </p:nvSpPr>
        <p:spPr>
          <a:xfrm>
            <a:off x="254000" y="3783875"/>
            <a:ext cx="35724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80" name="Google Shape;480;p58"/>
          <p:cNvSpPr txBox="1"/>
          <p:nvPr>
            <p:ph idx="5" type="body"/>
          </p:nvPr>
        </p:nvSpPr>
        <p:spPr>
          <a:xfrm>
            <a:off x="268900" y="2263625"/>
            <a:ext cx="35724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81" name="Google Shape;481;p58"/>
          <p:cNvSpPr txBox="1"/>
          <p:nvPr>
            <p:ph idx="6" type="body"/>
          </p:nvPr>
        </p:nvSpPr>
        <p:spPr>
          <a:xfrm>
            <a:off x="268900" y="3181175"/>
            <a:ext cx="35724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82" name="Google Shape;482;p58"/>
          <p:cNvSpPr txBox="1"/>
          <p:nvPr>
            <p:ph idx="7" type="body"/>
          </p:nvPr>
        </p:nvSpPr>
        <p:spPr>
          <a:xfrm>
            <a:off x="268900" y="4098725"/>
            <a:ext cx="35724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KPIs">
  <p:cSld name="CUSTOM_22_1">
    <p:bg>
      <p:bgPr>
        <a:solidFill>
          <a:schemeClr val="accent2"/>
        </a:solidFill>
      </p:bgPr>
    </p:bg>
    <p:spTree>
      <p:nvGrpSpPr>
        <p:cNvPr id="483" name="Shape 483"/>
        <p:cNvGrpSpPr/>
        <p:nvPr/>
      </p:nvGrpSpPr>
      <p:grpSpPr>
        <a:xfrm>
          <a:off x="0" y="0"/>
          <a:ext cx="0" cy="0"/>
          <a:chOff x="0" y="0"/>
          <a:chExt cx="0" cy="0"/>
        </a:xfrm>
      </p:grpSpPr>
      <p:sp>
        <p:nvSpPr>
          <p:cNvPr id="484" name="Google Shape;484;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
        <p:nvSpPr>
          <p:cNvPr id="485" name="Google Shape;485;p59"/>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486" name="Google Shape;486;p59"/>
          <p:cNvSpPr txBox="1"/>
          <p:nvPr>
            <p:ph idx="1" type="subTitle"/>
          </p:nvPr>
        </p:nvSpPr>
        <p:spPr>
          <a:xfrm>
            <a:off x="344000" y="1948775"/>
            <a:ext cx="2726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87" name="Google Shape;487;p59"/>
          <p:cNvSpPr txBox="1"/>
          <p:nvPr>
            <p:ph idx="2" type="subTitle"/>
          </p:nvPr>
        </p:nvSpPr>
        <p:spPr>
          <a:xfrm>
            <a:off x="344000" y="2866325"/>
            <a:ext cx="2726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88" name="Google Shape;488;p59"/>
          <p:cNvSpPr txBox="1"/>
          <p:nvPr>
            <p:ph idx="3" type="body"/>
          </p:nvPr>
        </p:nvSpPr>
        <p:spPr>
          <a:xfrm>
            <a:off x="355373" y="2263625"/>
            <a:ext cx="27267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89" name="Google Shape;489;p59"/>
          <p:cNvSpPr txBox="1"/>
          <p:nvPr>
            <p:ph idx="4" type="body"/>
          </p:nvPr>
        </p:nvSpPr>
        <p:spPr>
          <a:xfrm>
            <a:off x="355373" y="3181175"/>
            <a:ext cx="27267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90" name="Google Shape;490;p59"/>
          <p:cNvSpPr txBox="1"/>
          <p:nvPr>
            <p:ph idx="5" type="subTitle"/>
          </p:nvPr>
        </p:nvSpPr>
        <p:spPr>
          <a:xfrm>
            <a:off x="3202963" y="1948775"/>
            <a:ext cx="2726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91" name="Google Shape;491;p59"/>
          <p:cNvSpPr txBox="1"/>
          <p:nvPr>
            <p:ph idx="6" type="subTitle"/>
          </p:nvPr>
        </p:nvSpPr>
        <p:spPr>
          <a:xfrm>
            <a:off x="3202963" y="2866325"/>
            <a:ext cx="2726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92" name="Google Shape;492;p59"/>
          <p:cNvSpPr txBox="1"/>
          <p:nvPr>
            <p:ph idx="7" type="body"/>
          </p:nvPr>
        </p:nvSpPr>
        <p:spPr>
          <a:xfrm>
            <a:off x="3214336" y="2263625"/>
            <a:ext cx="27267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93" name="Google Shape;493;p59"/>
          <p:cNvSpPr txBox="1"/>
          <p:nvPr>
            <p:ph idx="8" type="body"/>
          </p:nvPr>
        </p:nvSpPr>
        <p:spPr>
          <a:xfrm>
            <a:off x="3214336" y="3181175"/>
            <a:ext cx="27267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94" name="Google Shape;494;p59"/>
          <p:cNvSpPr txBox="1"/>
          <p:nvPr>
            <p:ph idx="9" type="subTitle"/>
          </p:nvPr>
        </p:nvSpPr>
        <p:spPr>
          <a:xfrm>
            <a:off x="6073263" y="1948775"/>
            <a:ext cx="2726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95" name="Google Shape;495;p59"/>
          <p:cNvSpPr txBox="1"/>
          <p:nvPr>
            <p:ph idx="13" type="subTitle"/>
          </p:nvPr>
        </p:nvSpPr>
        <p:spPr>
          <a:xfrm>
            <a:off x="6073263" y="2866325"/>
            <a:ext cx="2726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496" name="Google Shape;496;p59"/>
          <p:cNvSpPr txBox="1"/>
          <p:nvPr>
            <p:ph idx="14" type="body"/>
          </p:nvPr>
        </p:nvSpPr>
        <p:spPr>
          <a:xfrm>
            <a:off x="6084636" y="2263625"/>
            <a:ext cx="27267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
        <p:nvSpPr>
          <p:cNvPr id="497" name="Google Shape;497;p59"/>
          <p:cNvSpPr txBox="1"/>
          <p:nvPr>
            <p:ph idx="15" type="body"/>
          </p:nvPr>
        </p:nvSpPr>
        <p:spPr>
          <a:xfrm>
            <a:off x="6084636" y="3181175"/>
            <a:ext cx="2726700" cy="56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Analysis">
  <p:cSld name="CUSTOM_11">
    <p:spTree>
      <p:nvGrpSpPr>
        <p:cNvPr id="498" name="Shape 498"/>
        <p:cNvGrpSpPr/>
        <p:nvPr/>
      </p:nvGrpSpPr>
      <p:grpSpPr>
        <a:xfrm>
          <a:off x="0" y="0"/>
          <a:ext cx="0" cy="0"/>
          <a:chOff x="0" y="0"/>
          <a:chExt cx="0" cy="0"/>
        </a:xfrm>
      </p:grpSpPr>
      <p:sp>
        <p:nvSpPr>
          <p:cNvPr id="499" name="Google Shape;499;p60"/>
          <p:cNvSpPr/>
          <p:nvPr/>
        </p:nvSpPr>
        <p:spPr>
          <a:xfrm>
            <a:off x="-12750" y="1914300"/>
            <a:ext cx="9169500" cy="326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60"/>
          <p:cNvSpPr/>
          <p:nvPr>
            <p:ph idx="2" type="pic"/>
          </p:nvPr>
        </p:nvSpPr>
        <p:spPr>
          <a:xfrm>
            <a:off x="330425" y="2312850"/>
            <a:ext cx="2011800" cy="1555800"/>
          </a:xfrm>
          <a:prstGeom prst="roundRect">
            <a:avLst>
              <a:gd fmla="val 50000" name="adj"/>
            </a:avLst>
          </a:prstGeom>
          <a:noFill/>
          <a:ln>
            <a:noFill/>
          </a:ln>
        </p:spPr>
      </p:sp>
      <p:sp>
        <p:nvSpPr>
          <p:cNvPr id="501" name="Google Shape;501;p60"/>
          <p:cNvSpPr/>
          <p:nvPr>
            <p:ph idx="3" type="pic"/>
          </p:nvPr>
        </p:nvSpPr>
        <p:spPr>
          <a:xfrm>
            <a:off x="4624800" y="2312850"/>
            <a:ext cx="2011800" cy="1555800"/>
          </a:xfrm>
          <a:prstGeom prst="roundRect">
            <a:avLst>
              <a:gd fmla="val 50000" name="adj"/>
            </a:avLst>
          </a:prstGeom>
          <a:noFill/>
          <a:ln>
            <a:noFill/>
          </a:ln>
        </p:spPr>
      </p:sp>
      <p:sp>
        <p:nvSpPr>
          <p:cNvPr id="502" name="Google Shape;502;p60"/>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503" name="Google Shape;503;p60"/>
          <p:cNvSpPr txBox="1"/>
          <p:nvPr>
            <p:ph idx="1" type="subTitle"/>
          </p:nvPr>
        </p:nvSpPr>
        <p:spPr>
          <a:xfrm>
            <a:off x="2281738" y="2316250"/>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504" name="Google Shape;504;p60"/>
          <p:cNvSpPr txBox="1"/>
          <p:nvPr>
            <p:ph idx="4" type="body"/>
          </p:nvPr>
        </p:nvSpPr>
        <p:spPr>
          <a:xfrm>
            <a:off x="2342188" y="2651875"/>
            <a:ext cx="2043300" cy="1882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05" name="Google Shape;505;p60"/>
          <p:cNvSpPr txBox="1"/>
          <p:nvPr>
            <p:ph idx="5" type="subTitle"/>
          </p:nvPr>
        </p:nvSpPr>
        <p:spPr>
          <a:xfrm>
            <a:off x="6569138" y="2316250"/>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IBM Plex Sans SemiBold"/>
              <a:buNone/>
              <a:defRPr>
                <a:solidFill>
                  <a:schemeClr val="lt2"/>
                </a:solidFill>
              </a:defRPr>
            </a:lvl1pPr>
            <a:lvl2pPr lvl="1">
              <a:spcBef>
                <a:spcPts val="0"/>
              </a:spcBef>
              <a:spcAft>
                <a:spcPts val="0"/>
              </a:spcAft>
              <a:buClr>
                <a:schemeClr val="lt2"/>
              </a:buClr>
              <a:buSzPts val="1400"/>
              <a:buFont typeface="IBM Plex Sans SemiBold"/>
              <a:buNone/>
              <a:defRPr>
                <a:solidFill>
                  <a:schemeClr val="lt2"/>
                </a:solidFill>
              </a:defRPr>
            </a:lvl2pPr>
            <a:lvl3pPr lvl="2">
              <a:spcBef>
                <a:spcPts val="0"/>
              </a:spcBef>
              <a:spcAft>
                <a:spcPts val="0"/>
              </a:spcAft>
              <a:buClr>
                <a:schemeClr val="lt2"/>
              </a:buClr>
              <a:buSzPts val="1400"/>
              <a:buFont typeface="IBM Plex Sans SemiBold"/>
              <a:buNone/>
              <a:defRPr>
                <a:solidFill>
                  <a:schemeClr val="lt2"/>
                </a:solidFill>
              </a:defRPr>
            </a:lvl3pPr>
            <a:lvl4pPr lvl="3">
              <a:spcBef>
                <a:spcPts val="0"/>
              </a:spcBef>
              <a:spcAft>
                <a:spcPts val="0"/>
              </a:spcAft>
              <a:buClr>
                <a:schemeClr val="lt2"/>
              </a:buClr>
              <a:buSzPts val="1400"/>
              <a:buFont typeface="IBM Plex Sans SemiBold"/>
              <a:buNone/>
              <a:defRPr>
                <a:solidFill>
                  <a:schemeClr val="lt2"/>
                </a:solidFill>
              </a:defRPr>
            </a:lvl4pPr>
            <a:lvl5pPr lvl="4">
              <a:spcBef>
                <a:spcPts val="0"/>
              </a:spcBef>
              <a:spcAft>
                <a:spcPts val="0"/>
              </a:spcAft>
              <a:buClr>
                <a:schemeClr val="lt2"/>
              </a:buClr>
              <a:buSzPts val="1400"/>
              <a:buFont typeface="IBM Plex Sans SemiBold"/>
              <a:buNone/>
              <a:defRPr>
                <a:solidFill>
                  <a:schemeClr val="lt2"/>
                </a:solidFill>
              </a:defRPr>
            </a:lvl5pPr>
            <a:lvl6pPr lvl="5">
              <a:spcBef>
                <a:spcPts val="0"/>
              </a:spcBef>
              <a:spcAft>
                <a:spcPts val="0"/>
              </a:spcAft>
              <a:buClr>
                <a:schemeClr val="lt2"/>
              </a:buClr>
              <a:buSzPts val="1400"/>
              <a:buFont typeface="IBM Plex Sans SemiBold"/>
              <a:buNone/>
              <a:defRPr>
                <a:solidFill>
                  <a:schemeClr val="lt2"/>
                </a:solidFill>
              </a:defRPr>
            </a:lvl6pPr>
            <a:lvl7pPr lvl="6">
              <a:spcBef>
                <a:spcPts val="0"/>
              </a:spcBef>
              <a:spcAft>
                <a:spcPts val="0"/>
              </a:spcAft>
              <a:buClr>
                <a:schemeClr val="lt2"/>
              </a:buClr>
              <a:buSzPts val="1400"/>
              <a:buFont typeface="IBM Plex Sans SemiBold"/>
              <a:buNone/>
              <a:defRPr>
                <a:solidFill>
                  <a:schemeClr val="lt2"/>
                </a:solidFill>
              </a:defRPr>
            </a:lvl7pPr>
            <a:lvl8pPr lvl="7">
              <a:spcBef>
                <a:spcPts val="0"/>
              </a:spcBef>
              <a:spcAft>
                <a:spcPts val="0"/>
              </a:spcAft>
              <a:buClr>
                <a:schemeClr val="lt2"/>
              </a:buClr>
              <a:buSzPts val="1400"/>
              <a:buFont typeface="IBM Plex Sans SemiBold"/>
              <a:buNone/>
              <a:defRPr>
                <a:solidFill>
                  <a:schemeClr val="lt2"/>
                </a:solidFill>
              </a:defRPr>
            </a:lvl8pPr>
            <a:lvl9pPr lvl="8">
              <a:spcBef>
                <a:spcPts val="0"/>
              </a:spcBef>
              <a:spcAft>
                <a:spcPts val="0"/>
              </a:spcAft>
              <a:buClr>
                <a:schemeClr val="lt2"/>
              </a:buClr>
              <a:buSzPts val="1400"/>
              <a:buFont typeface="IBM Plex Sans SemiBold"/>
              <a:buNone/>
              <a:defRPr>
                <a:solidFill>
                  <a:schemeClr val="lt2"/>
                </a:solidFill>
              </a:defRPr>
            </a:lvl9pPr>
          </a:lstStyle>
          <a:p/>
        </p:txBody>
      </p:sp>
      <p:sp>
        <p:nvSpPr>
          <p:cNvPr id="506" name="Google Shape;506;p60"/>
          <p:cNvSpPr txBox="1"/>
          <p:nvPr>
            <p:ph idx="6" type="body"/>
          </p:nvPr>
        </p:nvSpPr>
        <p:spPr>
          <a:xfrm>
            <a:off x="6629588" y="2651875"/>
            <a:ext cx="2043300" cy="1882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07" name="Google Shape;507;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Analysis 02">
  <p:cSld name="CUSTOM_25">
    <p:spTree>
      <p:nvGrpSpPr>
        <p:cNvPr id="508" name="Shape 508"/>
        <p:cNvGrpSpPr/>
        <p:nvPr/>
      </p:nvGrpSpPr>
      <p:grpSpPr>
        <a:xfrm>
          <a:off x="0" y="0"/>
          <a:ext cx="0" cy="0"/>
          <a:chOff x="0" y="0"/>
          <a:chExt cx="0" cy="0"/>
        </a:xfrm>
      </p:grpSpPr>
      <p:sp>
        <p:nvSpPr>
          <p:cNvPr id="509" name="Google Shape;509;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
        <p:nvSpPr>
          <p:cNvPr id="510" name="Google Shape;510;p61"/>
          <p:cNvSpPr txBox="1"/>
          <p:nvPr>
            <p:ph type="title"/>
          </p:nvPr>
        </p:nvSpPr>
        <p:spPr>
          <a:xfrm>
            <a:off x="254000" y="270175"/>
            <a:ext cx="8545200" cy="9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511" name="Google Shape;511;p61"/>
          <p:cNvSpPr txBox="1"/>
          <p:nvPr>
            <p:ph idx="1" type="subTitle"/>
          </p:nvPr>
        </p:nvSpPr>
        <p:spPr>
          <a:xfrm>
            <a:off x="344000" y="1297750"/>
            <a:ext cx="1691100" cy="393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a:buNone/>
              <a:defRPr>
                <a:latin typeface="IBM Plex Sans"/>
                <a:ea typeface="IBM Plex Sans"/>
                <a:cs typeface="IBM Plex Sans"/>
                <a:sym typeface="IBM Plex Sans"/>
              </a:defRPr>
            </a:lvl1pPr>
            <a:lvl2pPr lvl="1" algn="ctr">
              <a:spcBef>
                <a:spcPts val="0"/>
              </a:spcBef>
              <a:spcAft>
                <a:spcPts val="0"/>
              </a:spcAft>
              <a:buSzPts val="1400"/>
              <a:buFont typeface="IBM Plex Sans"/>
              <a:buNone/>
              <a:defRPr>
                <a:latin typeface="IBM Plex Sans"/>
                <a:ea typeface="IBM Plex Sans"/>
                <a:cs typeface="IBM Plex Sans"/>
                <a:sym typeface="IBM Plex Sans"/>
              </a:defRPr>
            </a:lvl2pPr>
            <a:lvl3pPr lvl="2" algn="ctr">
              <a:spcBef>
                <a:spcPts val="0"/>
              </a:spcBef>
              <a:spcAft>
                <a:spcPts val="0"/>
              </a:spcAft>
              <a:buSzPts val="1400"/>
              <a:buFont typeface="IBM Plex Sans"/>
              <a:buNone/>
              <a:defRPr>
                <a:latin typeface="IBM Plex Sans"/>
                <a:ea typeface="IBM Plex Sans"/>
                <a:cs typeface="IBM Plex Sans"/>
                <a:sym typeface="IBM Plex Sans"/>
              </a:defRPr>
            </a:lvl3pPr>
            <a:lvl4pPr lvl="3" algn="ctr">
              <a:spcBef>
                <a:spcPts val="0"/>
              </a:spcBef>
              <a:spcAft>
                <a:spcPts val="0"/>
              </a:spcAft>
              <a:buSzPts val="1400"/>
              <a:buFont typeface="IBM Plex Sans"/>
              <a:buNone/>
              <a:defRPr>
                <a:latin typeface="IBM Plex Sans"/>
                <a:ea typeface="IBM Plex Sans"/>
                <a:cs typeface="IBM Plex Sans"/>
                <a:sym typeface="IBM Plex Sans"/>
              </a:defRPr>
            </a:lvl4pPr>
            <a:lvl5pPr lvl="4" algn="ctr">
              <a:spcBef>
                <a:spcPts val="0"/>
              </a:spcBef>
              <a:spcAft>
                <a:spcPts val="0"/>
              </a:spcAft>
              <a:buSzPts val="1400"/>
              <a:buFont typeface="IBM Plex Sans"/>
              <a:buNone/>
              <a:defRPr>
                <a:latin typeface="IBM Plex Sans"/>
                <a:ea typeface="IBM Plex Sans"/>
                <a:cs typeface="IBM Plex Sans"/>
                <a:sym typeface="IBM Plex Sans"/>
              </a:defRPr>
            </a:lvl5pPr>
            <a:lvl6pPr lvl="5" algn="ctr">
              <a:spcBef>
                <a:spcPts val="0"/>
              </a:spcBef>
              <a:spcAft>
                <a:spcPts val="0"/>
              </a:spcAft>
              <a:buSzPts val="1400"/>
              <a:buFont typeface="IBM Plex Sans"/>
              <a:buNone/>
              <a:defRPr>
                <a:latin typeface="IBM Plex Sans"/>
                <a:ea typeface="IBM Plex Sans"/>
                <a:cs typeface="IBM Plex Sans"/>
                <a:sym typeface="IBM Plex Sans"/>
              </a:defRPr>
            </a:lvl6pPr>
            <a:lvl7pPr lvl="6" algn="ctr">
              <a:spcBef>
                <a:spcPts val="0"/>
              </a:spcBef>
              <a:spcAft>
                <a:spcPts val="0"/>
              </a:spcAft>
              <a:buSzPts val="1400"/>
              <a:buFont typeface="IBM Plex Sans"/>
              <a:buNone/>
              <a:defRPr>
                <a:latin typeface="IBM Plex Sans"/>
                <a:ea typeface="IBM Plex Sans"/>
                <a:cs typeface="IBM Plex Sans"/>
                <a:sym typeface="IBM Plex Sans"/>
              </a:defRPr>
            </a:lvl7pPr>
            <a:lvl8pPr lvl="7" algn="ctr">
              <a:spcBef>
                <a:spcPts val="0"/>
              </a:spcBef>
              <a:spcAft>
                <a:spcPts val="0"/>
              </a:spcAft>
              <a:buSzPts val="1400"/>
              <a:buFont typeface="IBM Plex Sans"/>
              <a:buNone/>
              <a:defRPr>
                <a:latin typeface="IBM Plex Sans"/>
                <a:ea typeface="IBM Plex Sans"/>
                <a:cs typeface="IBM Plex Sans"/>
                <a:sym typeface="IBM Plex Sans"/>
              </a:defRPr>
            </a:lvl8pPr>
            <a:lvl9pPr lvl="8" algn="ctr">
              <a:spcBef>
                <a:spcPts val="0"/>
              </a:spcBef>
              <a:spcAft>
                <a:spcPts val="0"/>
              </a:spcAft>
              <a:buSzPts val="1400"/>
              <a:buFont typeface="IBM Plex Sans"/>
              <a:buNone/>
              <a:defRPr>
                <a:latin typeface="IBM Plex Sans"/>
                <a:ea typeface="IBM Plex Sans"/>
                <a:cs typeface="IBM Plex Sans"/>
                <a:sym typeface="IBM Plex Sans"/>
              </a:defRPr>
            </a:lvl9pPr>
          </a:lstStyle>
          <a:p/>
        </p:txBody>
      </p:sp>
      <p:sp>
        <p:nvSpPr>
          <p:cNvPr id="512" name="Google Shape;512;p61"/>
          <p:cNvSpPr txBox="1"/>
          <p:nvPr>
            <p:ph idx="2" type="subTitle"/>
          </p:nvPr>
        </p:nvSpPr>
        <p:spPr>
          <a:xfrm>
            <a:off x="2035024" y="1297750"/>
            <a:ext cx="1691100" cy="393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a:buNone/>
              <a:defRPr>
                <a:latin typeface="IBM Plex Sans"/>
                <a:ea typeface="IBM Plex Sans"/>
                <a:cs typeface="IBM Plex Sans"/>
                <a:sym typeface="IBM Plex Sans"/>
              </a:defRPr>
            </a:lvl1pPr>
            <a:lvl2pPr lvl="1" algn="ctr">
              <a:spcBef>
                <a:spcPts val="0"/>
              </a:spcBef>
              <a:spcAft>
                <a:spcPts val="0"/>
              </a:spcAft>
              <a:buSzPts val="1400"/>
              <a:buFont typeface="IBM Plex Sans"/>
              <a:buNone/>
              <a:defRPr>
                <a:latin typeface="IBM Plex Sans"/>
                <a:ea typeface="IBM Plex Sans"/>
                <a:cs typeface="IBM Plex Sans"/>
                <a:sym typeface="IBM Plex Sans"/>
              </a:defRPr>
            </a:lvl2pPr>
            <a:lvl3pPr lvl="2" algn="ctr">
              <a:spcBef>
                <a:spcPts val="0"/>
              </a:spcBef>
              <a:spcAft>
                <a:spcPts val="0"/>
              </a:spcAft>
              <a:buSzPts val="1400"/>
              <a:buFont typeface="IBM Plex Sans"/>
              <a:buNone/>
              <a:defRPr>
                <a:latin typeface="IBM Plex Sans"/>
                <a:ea typeface="IBM Plex Sans"/>
                <a:cs typeface="IBM Plex Sans"/>
                <a:sym typeface="IBM Plex Sans"/>
              </a:defRPr>
            </a:lvl3pPr>
            <a:lvl4pPr lvl="3" algn="ctr">
              <a:spcBef>
                <a:spcPts val="0"/>
              </a:spcBef>
              <a:spcAft>
                <a:spcPts val="0"/>
              </a:spcAft>
              <a:buSzPts val="1400"/>
              <a:buFont typeface="IBM Plex Sans"/>
              <a:buNone/>
              <a:defRPr>
                <a:latin typeface="IBM Plex Sans"/>
                <a:ea typeface="IBM Plex Sans"/>
                <a:cs typeface="IBM Plex Sans"/>
                <a:sym typeface="IBM Plex Sans"/>
              </a:defRPr>
            </a:lvl4pPr>
            <a:lvl5pPr lvl="4" algn="ctr">
              <a:spcBef>
                <a:spcPts val="0"/>
              </a:spcBef>
              <a:spcAft>
                <a:spcPts val="0"/>
              </a:spcAft>
              <a:buSzPts val="1400"/>
              <a:buFont typeface="IBM Plex Sans"/>
              <a:buNone/>
              <a:defRPr>
                <a:latin typeface="IBM Plex Sans"/>
                <a:ea typeface="IBM Plex Sans"/>
                <a:cs typeface="IBM Plex Sans"/>
                <a:sym typeface="IBM Plex Sans"/>
              </a:defRPr>
            </a:lvl5pPr>
            <a:lvl6pPr lvl="5" algn="ctr">
              <a:spcBef>
                <a:spcPts val="0"/>
              </a:spcBef>
              <a:spcAft>
                <a:spcPts val="0"/>
              </a:spcAft>
              <a:buSzPts val="1400"/>
              <a:buFont typeface="IBM Plex Sans"/>
              <a:buNone/>
              <a:defRPr>
                <a:latin typeface="IBM Plex Sans"/>
                <a:ea typeface="IBM Plex Sans"/>
                <a:cs typeface="IBM Plex Sans"/>
                <a:sym typeface="IBM Plex Sans"/>
              </a:defRPr>
            </a:lvl6pPr>
            <a:lvl7pPr lvl="6" algn="ctr">
              <a:spcBef>
                <a:spcPts val="0"/>
              </a:spcBef>
              <a:spcAft>
                <a:spcPts val="0"/>
              </a:spcAft>
              <a:buSzPts val="1400"/>
              <a:buFont typeface="IBM Plex Sans"/>
              <a:buNone/>
              <a:defRPr>
                <a:latin typeface="IBM Plex Sans"/>
                <a:ea typeface="IBM Plex Sans"/>
                <a:cs typeface="IBM Plex Sans"/>
                <a:sym typeface="IBM Plex Sans"/>
              </a:defRPr>
            </a:lvl7pPr>
            <a:lvl8pPr lvl="7" algn="ctr">
              <a:spcBef>
                <a:spcPts val="0"/>
              </a:spcBef>
              <a:spcAft>
                <a:spcPts val="0"/>
              </a:spcAft>
              <a:buSzPts val="1400"/>
              <a:buFont typeface="IBM Plex Sans"/>
              <a:buNone/>
              <a:defRPr>
                <a:latin typeface="IBM Plex Sans"/>
                <a:ea typeface="IBM Plex Sans"/>
                <a:cs typeface="IBM Plex Sans"/>
                <a:sym typeface="IBM Plex Sans"/>
              </a:defRPr>
            </a:lvl8pPr>
            <a:lvl9pPr lvl="8" algn="ctr">
              <a:spcBef>
                <a:spcPts val="0"/>
              </a:spcBef>
              <a:spcAft>
                <a:spcPts val="0"/>
              </a:spcAft>
              <a:buSzPts val="1400"/>
              <a:buFont typeface="IBM Plex Sans"/>
              <a:buNone/>
              <a:defRPr>
                <a:latin typeface="IBM Plex Sans"/>
                <a:ea typeface="IBM Plex Sans"/>
                <a:cs typeface="IBM Plex Sans"/>
                <a:sym typeface="IBM Plex Sans"/>
              </a:defRPr>
            </a:lvl9pPr>
          </a:lstStyle>
          <a:p/>
        </p:txBody>
      </p:sp>
      <p:sp>
        <p:nvSpPr>
          <p:cNvPr id="513" name="Google Shape;513;p61"/>
          <p:cNvSpPr txBox="1"/>
          <p:nvPr>
            <p:ph idx="3" type="subTitle"/>
          </p:nvPr>
        </p:nvSpPr>
        <p:spPr>
          <a:xfrm>
            <a:off x="3726048" y="1297750"/>
            <a:ext cx="1691100" cy="393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a:buNone/>
              <a:defRPr>
                <a:latin typeface="IBM Plex Sans"/>
                <a:ea typeface="IBM Plex Sans"/>
                <a:cs typeface="IBM Plex Sans"/>
                <a:sym typeface="IBM Plex Sans"/>
              </a:defRPr>
            </a:lvl1pPr>
            <a:lvl2pPr lvl="1" algn="ctr">
              <a:spcBef>
                <a:spcPts val="0"/>
              </a:spcBef>
              <a:spcAft>
                <a:spcPts val="0"/>
              </a:spcAft>
              <a:buSzPts val="1400"/>
              <a:buFont typeface="IBM Plex Sans"/>
              <a:buNone/>
              <a:defRPr>
                <a:latin typeface="IBM Plex Sans"/>
                <a:ea typeface="IBM Plex Sans"/>
                <a:cs typeface="IBM Plex Sans"/>
                <a:sym typeface="IBM Plex Sans"/>
              </a:defRPr>
            </a:lvl2pPr>
            <a:lvl3pPr lvl="2" algn="ctr">
              <a:spcBef>
                <a:spcPts val="0"/>
              </a:spcBef>
              <a:spcAft>
                <a:spcPts val="0"/>
              </a:spcAft>
              <a:buSzPts val="1400"/>
              <a:buFont typeface="IBM Plex Sans"/>
              <a:buNone/>
              <a:defRPr>
                <a:latin typeface="IBM Plex Sans"/>
                <a:ea typeface="IBM Plex Sans"/>
                <a:cs typeface="IBM Plex Sans"/>
                <a:sym typeface="IBM Plex Sans"/>
              </a:defRPr>
            </a:lvl3pPr>
            <a:lvl4pPr lvl="3" algn="ctr">
              <a:spcBef>
                <a:spcPts val="0"/>
              </a:spcBef>
              <a:spcAft>
                <a:spcPts val="0"/>
              </a:spcAft>
              <a:buSzPts val="1400"/>
              <a:buFont typeface="IBM Plex Sans"/>
              <a:buNone/>
              <a:defRPr>
                <a:latin typeface="IBM Plex Sans"/>
                <a:ea typeface="IBM Plex Sans"/>
                <a:cs typeface="IBM Plex Sans"/>
                <a:sym typeface="IBM Plex Sans"/>
              </a:defRPr>
            </a:lvl4pPr>
            <a:lvl5pPr lvl="4" algn="ctr">
              <a:spcBef>
                <a:spcPts val="0"/>
              </a:spcBef>
              <a:spcAft>
                <a:spcPts val="0"/>
              </a:spcAft>
              <a:buSzPts val="1400"/>
              <a:buFont typeface="IBM Plex Sans"/>
              <a:buNone/>
              <a:defRPr>
                <a:latin typeface="IBM Plex Sans"/>
                <a:ea typeface="IBM Plex Sans"/>
                <a:cs typeface="IBM Plex Sans"/>
                <a:sym typeface="IBM Plex Sans"/>
              </a:defRPr>
            </a:lvl5pPr>
            <a:lvl6pPr lvl="5" algn="ctr">
              <a:spcBef>
                <a:spcPts val="0"/>
              </a:spcBef>
              <a:spcAft>
                <a:spcPts val="0"/>
              </a:spcAft>
              <a:buSzPts val="1400"/>
              <a:buFont typeface="IBM Plex Sans"/>
              <a:buNone/>
              <a:defRPr>
                <a:latin typeface="IBM Plex Sans"/>
                <a:ea typeface="IBM Plex Sans"/>
                <a:cs typeface="IBM Plex Sans"/>
                <a:sym typeface="IBM Plex Sans"/>
              </a:defRPr>
            </a:lvl6pPr>
            <a:lvl7pPr lvl="6" algn="ctr">
              <a:spcBef>
                <a:spcPts val="0"/>
              </a:spcBef>
              <a:spcAft>
                <a:spcPts val="0"/>
              </a:spcAft>
              <a:buSzPts val="1400"/>
              <a:buFont typeface="IBM Plex Sans"/>
              <a:buNone/>
              <a:defRPr>
                <a:latin typeface="IBM Plex Sans"/>
                <a:ea typeface="IBM Plex Sans"/>
                <a:cs typeface="IBM Plex Sans"/>
                <a:sym typeface="IBM Plex Sans"/>
              </a:defRPr>
            </a:lvl7pPr>
            <a:lvl8pPr lvl="7" algn="ctr">
              <a:spcBef>
                <a:spcPts val="0"/>
              </a:spcBef>
              <a:spcAft>
                <a:spcPts val="0"/>
              </a:spcAft>
              <a:buSzPts val="1400"/>
              <a:buFont typeface="IBM Plex Sans"/>
              <a:buNone/>
              <a:defRPr>
                <a:latin typeface="IBM Plex Sans"/>
                <a:ea typeface="IBM Plex Sans"/>
                <a:cs typeface="IBM Plex Sans"/>
                <a:sym typeface="IBM Plex Sans"/>
              </a:defRPr>
            </a:lvl8pPr>
            <a:lvl9pPr lvl="8" algn="ctr">
              <a:spcBef>
                <a:spcPts val="0"/>
              </a:spcBef>
              <a:spcAft>
                <a:spcPts val="0"/>
              </a:spcAft>
              <a:buSzPts val="1400"/>
              <a:buFont typeface="IBM Plex Sans"/>
              <a:buNone/>
              <a:defRPr>
                <a:latin typeface="IBM Plex Sans"/>
                <a:ea typeface="IBM Plex Sans"/>
                <a:cs typeface="IBM Plex Sans"/>
                <a:sym typeface="IBM Plex Sans"/>
              </a:defRPr>
            </a:lvl9pPr>
          </a:lstStyle>
          <a:p/>
        </p:txBody>
      </p:sp>
      <p:sp>
        <p:nvSpPr>
          <p:cNvPr id="514" name="Google Shape;514;p61"/>
          <p:cNvSpPr txBox="1"/>
          <p:nvPr>
            <p:ph idx="4" type="subTitle"/>
          </p:nvPr>
        </p:nvSpPr>
        <p:spPr>
          <a:xfrm>
            <a:off x="5417071" y="1297750"/>
            <a:ext cx="1691100" cy="393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a:buNone/>
              <a:defRPr>
                <a:latin typeface="IBM Plex Sans"/>
                <a:ea typeface="IBM Plex Sans"/>
                <a:cs typeface="IBM Plex Sans"/>
                <a:sym typeface="IBM Plex Sans"/>
              </a:defRPr>
            </a:lvl1pPr>
            <a:lvl2pPr lvl="1" algn="ctr">
              <a:spcBef>
                <a:spcPts val="0"/>
              </a:spcBef>
              <a:spcAft>
                <a:spcPts val="0"/>
              </a:spcAft>
              <a:buSzPts val="1400"/>
              <a:buFont typeface="IBM Plex Sans"/>
              <a:buNone/>
              <a:defRPr>
                <a:latin typeface="IBM Plex Sans"/>
                <a:ea typeface="IBM Plex Sans"/>
                <a:cs typeface="IBM Plex Sans"/>
                <a:sym typeface="IBM Plex Sans"/>
              </a:defRPr>
            </a:lvl2pPr>
            <a:lvl3pPr lvl="2" algn="ctr">
              <a:spcBef>
                <a:spcPts val="0"/>
              </a:spcBef>
              <a:spcAft>
                <a:spcPts val="0"/>
              </a:spcAft>
              <a:buSzPts val="1400"/>
              <a:buFont typeface="IBM Plex Sans"/>
              <a:buNone/>
              <a:defRPr>
                <a:latin typeface="IBM Plex Sans"/>
                <a:ea typeface="IBM Plex Sans"/>
                <a:cs typeface="IBM Plex Sans"/>
                <a:sym typeface="IBM Plex Sans"/>
              </a:defRPr>
            </a:lvl3pPr>
            <a:lvl4pPr lvl="3" algn="ctr">
              <a:spcBef>
                <a:spcPts val="0"/>
              </a:spcBef>
              <a:spcAft>
                <a:spcPts val="0"/>
              </a:spcAft>
              <a:buSzPts val="1400"/>
              <a:buFont typeface="IBM Plex Sans"/>
              <a:buNone/>
              <a:defRPr>
                <a:latin typeface="IBM Plex Sans"/>
                <a:ea typeface="IBM Plex Sans"/>
                <a:cs typeface="IBM Plex Sans"/>
                <a:sym typeface="IBM Plex Sans"/>
              </a:defRPr>
            </a:lvl4pPr>
            <a:lvl5pPr lvl="4" algn="ctr">
              <a:spcBef>
                <a:spcPts val="0"/>
              </a:spcBef>
              <a:spcAft>
                <a:spcPts val="0"/>
              </a:spcAft>
              <a:buSzPts val="1400"/>
              <a:buFont typeface="IBM Plex Sans"/>
              <a:buNone/>
              <a:defRPr>
                <a:latin typeface="IBM Plex Sans"/>
                <a:ea typeface="IBM Plex Sans"/>
                <a:cs typeface="IBM Plex Sans"/>
                <a:sym typeface="IBM Plex Sans"/>
              </a:defRPr>
            </a:lvl5pPr>
            <a:lvl6pPr lvl="5" algn="ctr">
              <a:spcBef>
                <a:spcPts val="0"/>
              </a:spcBef>
              <a:spcAft>
                <a:spcPts val="0"/>
              </a:spcAft>
              <a:buSzPts val="1400"/>
              <a:buFont typeface="IBM Plex Sans"/>
              <a:buNone/>
              <a:defRPr>
                <a:latin typeface="IBM Plex Sans"/>
                <a:ea typeface="IBM Plex Sans"/>
                <a:cs typeface="IBM Plex Sans"/>
                <a:sym typeface="IBM Plex Sans"/>
              </a:defRPr>
            </a:lvl6pPr>
            <a:lvl7pPr lvl="6" algn="ctr">
              <a:spcBef>
                <a:spcPts val="0"/>
              </a:spcBef>
              <a:spcAft>
                <a:spcPts val="0"/>
              </a:spcAft>
              <a:buSzPts val="1400"/>
              <a:buFont typeface="IBM Plex Sans"/>
              <a:buNone/>
              <a:defRPr>
                <a:latin typeface="IBM Plex Sans"/>
                <a:ea typeface="IBM Plex Sans"/>
                <a:cs typeface="IBM Plex Sans"/>
                <a:sym typeface="IBM Plex Sans"/>
              </a:defRPr>
            </a:lvl7pPr>
            <a:lvl8pPr lvl="7" algn="ctr">
              <a:spcBef>
                <a:spcPts val="0"/>
              </a:spcBef>
              <a:spcAft>
                <a:spcPts val="0"/>
              </a:spcAft>
              <a:buSzPts val="1400"/>
              <a:buFont typeface="IBM Plex Sans"/>
              <a:buNone/>
              <a:defRPr>
                <a:latin typeface="IBM Plex Sans"/>
                <a:ea typeface="IBM Plex Sans"/>
                <a:cs typeface="IBM Plex Sans"/>
                <a:sym typeface="IBM Plex Sans"/>
              </a:defRPr>
            </a:lvl8pPr>
            <a:lvl9pPr lvl="8" algn="ctr">
              <a:spcBef>
                <a:spcPts val="0"/>
              </a:spcBef>
              <a:spcAft>
                <a:spcPts val="0"/>
              </a:spcAft>
              <a:buSzPts val="1400"/>
              <a:buFont typeface="IBM Plex Sans"/>
              <a:buNone/>
              <a:defRPr>
                <a:latin typeface="IBM Plex Sans"/>
                <a:ea typeface="IBM Plex Sans"/>
                <a:cs typeface="IBM Plex Sans"/>
                <a:sym typeface="IBM Plex Sans"/>
              </a:defRPr>
            </a:lvl9pPr>
          </a:lstStyle>
          <a:p/>
        </p:txBody>
      </p:sp>
      <p:sp>
        <p:nvSpPr>
          <p:cNvPr id="515" name="Google Shape;515;p61"/>
          <p:cNvSpPr txBox="1"/>
          <p:nvPr>
            <p:ph idx="5" type="subTitle"/>
          </p:nvPr>
        </p:nvSpPr>
        <p:spPr>
          <a:xfrm>
            <a:off x="344000" y="2022800"/>
            <a:ext cx="1841400" cy="393600"/>
          </a:xfrm>
          <a:prstGeom prst="rect">
            <a:avLst/>
          </a:prstGeom>
        </p:spPr>
        <p:txBody>
          <a:bodyPr anchorCtr="0" anchor="t" bIns="91425" lIns="91425" spcFirstLastPara="1" rIns="91425" wrap="square" tIns="91425">
            <a:noAutofit/>
          </a:bodyPr>
          <a:lstStyle>
            <a:lvl1pPr lvl="0">
              <a:spcBef>
                <a:spcPts val="0"/>
              </a:spcBef>
              <a:spcAft>
                <a:spcPts val="0"/>
              </a:spcAft>
              <a:buSzPts val="1100"/>
              <a:buFont typeface="IBM Plex Sans"/>
              <a:buNone/>
              <a:defRPr sz="1100">
                <a:latin typeface="IBM Plex Sans"/>
                <a:ea typeface="IBM Plex Sans"/>
                <a:cs typeface="IBM Plex Sans"/>
                <a:sym typeface="IBM Plex Sans"/>
              </a:defRPr>
            </a:lvl1pPr>
            <a:lvl2pPr lvl="1">
              <a:spcBef>
                <a:spcPts val="0"/>
              </a:spcBef>
              <a:spcAft>
                <a:spcPts val="0"/>
              </a:spcAft>
              <a:buSzPts val="1100"/>
              <a:buFont typeface="IBM Plex Sans"/>
              <a:buNone/>
              <a:defRPr sz="1100">
                <a:latin typeface="IBM Plex Sans"/>
                <a:ea typeface="IBM Plex Sans"/>
                <a:cs typeface="IBM Plex Sans"/>
                <a:sym typeface="IBM Plex Sans"/>
              </a:defRPr>
            </a:lvl2pPr>
            <a:lvl3pPr lvl="2">
              <a:spcBef>
                <a:spcPts val="0"/>
              </a:spcBef>
              <a:spcAft>
                <a:spcPts val="0"/>
              </a:spcAft>
              <a:buSzPts val="1100"/>
              <a:buFont typeface="IBM Plex Sans"/>
              <a:buNone/>
              <a:defRPr sz="1100">
                <a:latin typeface="IBM Plex Sans"/>
                <a:ea typeface="IBM Plex Sans"/>
                <a:cs typeface="IBM Plex Sans"/>
                <a:sym typeface="IBM Plex Sans"/>
              </a:defRPr>
            </a:lvl3pPr>
            <a:lvl4pPr lvl="3">
              <a:spcBef>
                <a:spcPts val="0"/>
              </a:spcBef>
              <a:spcAft>
                <a:spcPts val="0"/>
              </a:spcAft>
              <a:buSzPts val="1100"/>
              <a:buFont typeface="IBM Plex Sans"/>
              <a:buNone/>
              <a:defRPr sz="1100">
                <a:latin typeface="IBM Plex Sans"/>
                <a:ea typeface="IBM Plex Sans"/>
                <a:cs typeface="IBM Plex Sans"/>
                <a:sym typeface="IBM Plex Sans"/>
              </a:defRPr>
            </a:lvl4pPr>
            <a:lvl5pPr lvl="4">
              <a:spcBef>
                <a:spcPts val="0"/>
              </a:spcBef>
              <a:spcAft>
                <a:spcPts val="0"/>
              </a:spcAft>
              <a:buSzPts val="1100"/>
              <a:buFont typeface="IBM Plex Sans"/>
              <a:buNone/>
              <a:defRPr sz="1100">
                <a:latin typeface="IBM Plex Sans"/>
                <a:ea typeface="IBM Plex Sans"/>
                <a:cs typeface="IBM Plex Sans"/>
                <a:sym typeface="IBM Plex Sans"/>
              </a:defRPr>
            </a:lvl5pPr>
            <a:lvl6pPr lvl="5">
              <a:spcBef>
                <a:spcPts val="0"/>
              </a:spcBef>
              <a:spcAft>
                <a:spcPts val="0"/>
              </a:spcAft>
              <a:buSzPts val="1100"/>
              <a:buFont typeface="IBM Plex Sans"/>
              <a:buNone/>
              <a:defRPr sz="1100">
                <a:latin typeface="IBM Plex Sans"/>
                <a:ea typeface="IBM Plex Sans"/>
                <a:cs typeface="IBM Plex Sans"/>
                <a:sym typeface="IBM Plex Sans"/>
              </a:defRPr>
            </a:lvl6pPr>
            <a:lvl7pPr lvl="6">
              <a:spcBef>
                <a:spcPts val="0"/>
              </a:spcBef>
              <a:spcAft>
                <a:spcPts val="0"/>
              </a:spcAft>
              <a:buSzPts val="1100"/>
              <a:buFont typeface="IBM Plex Sans"/>
              <a:buNone/>
              <a:defRPr sz="1100">
                <a:latin typeface="IBM Plex Sans"/>
                <a:ea typeface="IBM Plex Sans"/>
                <a:cs typeface="IBM Plex Sans"/>
                <a:sym typeface="IBM Plex Sans"/>
              </a:defRPr>
            </a:lvl7pPr>
            <a:lvl8pPr lvl="7">
              <a:spcBef>
                <a:spcPts val="0"/>
              </a:spcBef>
              <a:spcAft>
                <a:spcPts val="0"/>
              </a:spcAft>
              <a:buSzPts val="1100"/>
              <a:buFont typeface="IBM Plex Sans"/>
              <a:buNone/>
              <a:defRPr sz="1100">
                <a:latin typeface="IBM Plex Sans"/>
                <a:ea typeface="IBM Plex Sans"/>
                <a:cs typeface="IBM Plex Sans"/>
                <a:sym typeface="IBM Plex Sans"/>
              </a:defRPr>
            </a:lvl8pPr>
            <a:lvl9pPr lvl="8">
              <a:spcBef>
                <a:spcPts val="0"/>
              </a:spcBef>
              <a:spcAft>
                <a:spcPts val="0"/>
              </a:spcAft>
              <a:buSzPts val="1100"/>
              <a:buFont typeface="IBM Plex Sans"/>
              <a:buNone/>
              <a:defRPr sz="1100">
                <a:latin typeface="IBM Plex Sans"/>
                <a:ea typeface="IBM Plex Sans"/>
                <a:cs typeface="IBM Plex Sans"/>
                <a:sym typeface="IBM Plex Sans"/>
              </a:defRPr>
            </a:lvl9pPr>
          </a:lstStyle>
          <a:p/>
        </p:txBody>
      </p:sp>
      <p:sp>
        <p:nvSpPr>
          <p:cNvPr id="516" name="Google Shape;516;p61"/>
          <p:cNvSpPr txBox="1"/>
          <p:nvPr>
            <p:ph idx="6" type="subTitle"/>
          </p:nvPr>
        </p:nvSpPr>
        <p:spPr>
          <a:xfrm>
            <a:off x="344000" y="2581719"/>
            <a:ext cx="1841400" cy="393600"/>
          </a:xfrm>
          <a:prstGeom prst="rect">
            <a:avLst/>
          </a:prstGeom>
        </p:spPr>
        <p:txBody>
          <a:bodyPr anchorCtr="0" anchor="t" bIns="91425" lIns="91425" spcFirstLastPara="1" rIns="91425" wrap="square" tIns="91425">
            <a:noAutofit/>
          </a:bodyPr>
          <a:lstStyle>
            <a:lvl1pPr lvl="0">
              <a:spcBef>
                <a:spcPts val="0"/>
              </a:spcBef>
              <a:spcAft>
                <a:spcPts val="0"/>
              </a:spcAft>
              <a:buSzPts val="1100"/>
              <a:buFont typeface="IBM Plex Sans"/>
              <a:buNone/>
              <a:defRPr sz="1100">
                <a:latin typeface="IBM Plex Sans"/>
                <a:ea typeface="IBM Plex Sans"/>
                <a:cs typeface="IBM Plex Sans"/>
                <a:sym typeface="IBM Plex Sans"/>
              </a:defRPr>
            </a:lvl1pPr>
            <a:lvl2pPr lvl="1">
              <a:spcBef>
                <a:spcPts val="0"/>
              </a:spcBef>
              <a:spcAft>
                <a:spcPts val="0"/>
              </a:spcAft>
              <a:buSzPts val="1100"/>
              <a:buFont typeface="IBM Plex Sans"/>
              <a:buNone/>
              <a:defRPr sz="1100">
                <a:latin typeface="IBM Plex Sans"/>
                <a:ea typeface="IBM Plex Sans"/>
                <a:cs typeface="IBM Plex Sans"/>
                <a:sym typeface="IBM Plex Sans"/>
              </a:defRPr>
            </a:lvl2pPr>
            <a:lvl3pPr lvl="2">
              <a:spcBef>
                <a:spcPts val="0"/>
              </a:spcBef>
              <a:spcAft>
                <a:spcPts val="0"/>
              </a:spcAft>
              <a:buSzPts val="1100"/>
              <a:buFont typeface="IBM Plex Sans"/>
              <a:buNone/>
              <a:defRPr sz="1100">
                <a:latin typeface="IBM Plex Sans"/>
                <a:ea typeface="IBM Plex Sans"/>
                <a:cs typeface="IBM Plex Sans"/>
                <a:sym typeface="IBM Plex Sans"/>
              </a:defRPr>
            </a:lvl3pPr>
            <a:lvl4pPr lvl="3">
              <a:spcBef>
                <a:spcPts val="0"/>
              </a:spcBef>
              <a:spcAft>
                <a:spcPts val="0"/>
              </a:spcAft>
              <a:buSzPts val="1100"/>
              <a:buFont typeface="IBM Plex Sans"/>
              <a:buNone/>
              <a:defRPr sz="1100">
                <a:latin typeface="IBM Plex Sans"/>
                <a:ea typeface="IBM Plex Sans"/>
                <a:cs typeface="IBM Plex Sans"/>
                <a:sym typeface="IBM Plex Sans"/>
              </a:defRPr>
            </a:lvl4pPr>
            <a:lvl5pPr lvl="4">
              <a:spcBef>
                <a:spcPts val="0"/>
              </a:spcBef>
              <a:spcAft>
                <a:spcPts val="0"/>
              </a:spcAft>
              <a:buSzPts val="1100"/>
              <a:buFont typeface="IBM Plex Sans"/>
              <a:buNone/>
              <a:defRPr sz="1100">
                <a:latin typeface="IBM Plex Sans"/>
                <a:ea typeface="IBM Plex Sans"/>
                <a:cs typeface="IBM Plex Sans"/>
                <a:sym typeface="IBM Plex Sans"/>
              </a:defRPr>
            </a:lvl5pPr>
            <a:lvl6pPr lvl="5">
              <a:spcBef>
                <a:spcPts val="0"/>
              </a:spcBef>
              <a:spcAft>
                <a:spcPts val="0"/>
              </a:spcAft>
              <a:buSzPts val="1100"/>
              <a:buFont typeface="IBM Plex Sans"/>
              <a:buNone/>
              <a:defRPr sz="1100">
                <a:latin typeface="IBM Plex Sans"/>
                <a:ea typeface="IBM Plex Sans"/>
                <a:cs typeface="IBM Plex Sans"/>
                <a:sym typeface="IBM Plex Sans"/>
              </a:defRPr>
            </a:lvl6pPr>
            <a:lvl7pPr lvl="6">
              <a:spcBef>
                <a:spcPts val="0"/>
              </a:spcBef>
              <a:spcAft>
                <a:spcPts val="0"/>
              </a:spcAft>
              <a:buSzPts val="1100"/>
              <a:buFont typeface="IBM Plex Sans"/>
              <a:buNone/>
              <a:defRPr sz="1100">
                <a:latin typeface="IBM Plex Sans"/>
                <a:ea typeface="IBM Plex Sans"/>
                <a:cs typeface="IBM Plex Sans"/>
                <a:sym typeface="IBM Plex Sans"/>
              </a:defRPr>
            </a:lvl7pPr>
            <a:lvl8pPr lvl="7">
              <a:spcBef>
                <a:spcPts val="0"/>
              </a:spcBef>
              <a:spcAft>
                <a:spcPts val="0"/>
              </a:spcAft>
              <a:buSzPts val="1100"/>
              <a:buFont typeface="IBM Plex Sans"/>
              <a:buNone/>
              <a:defRPr sz="1100">
                <a:latin typeface="IBM Plex Sans"/>
                <a:ea typeface="IBM Plex Sans"/>
                <a:cs typeface="IBM Plex Sans"/>
                <a:sym typeface="IBM Plex Sans"/>
              </a:defRPr>
            </a:lvl8pPr>
            <a:lvl9pPr lvl="8">
              <a:spcBef>
                <a:spcPts val="0"/>
              </a:spcBef>
              <a:spcAft>
                <a:spcPts val="0"/>
              </a:spcAft>
              <a:buSzPts val="1100"/>
              <a:buFont typeface="IBM Plex Sans"/>
              <a:buNone/>
              <a:defRPr sz="1100">
                <a:latin typeface="IBM Plex Sans"/>
                <a:ea typeface="IBM Plex Sans"/>
                <a:cs typeface="IBM Plex Sans"/>
                <a:sym typeface="IBM Plex Sans"/>
              </a:defRPr>
            </a:lvl9pPr>
          </a:lstStyle>
          <a:p/>
        </p:txBody>
      </p:sp>
      <p:sp>
        <p:nvSpPr>
          <p:cNvPr id="517" name="Google Shape;517;p61"/>
          <p:cNvSpPr txBox="1"/>
          <p:nvPr>
            <p:ph idx="7" type="subTitle"/>
          </p:nvPr>
        </p:nvSpPr>
        <p:spPr>
          <a:xfrm>
            <a:off x="344000" y="3140638"/>
            <a:ext cx="1841400" cy="393600"/>
          </a:xfrm>
          <a:prstGeom prst="rect">
            <a:avLst/>
          </a:prstGeom>
        </p:spPr>
        <p:txBody>
          <a:bodyPr anchorCtr="0" anchor="t" bIns="91425" lIns="91425" spcFirstLastPara="1" rIns="91425" wrap="square" tIns="91425">
            <a:noAutofit/>
          </a:bodyPr>
          <a:lstStyle>
            <a:lvl1pPr lvl="0">
              <a:spcBef>
                <a:spcPts val="0"/>
              </a:spcBef>
              <a:spcAft>
                <a:spcPts val="0"/>
              </a:spcAft>
              <a:buSzPts val="1100"/>
              <a:buFont typeface="IBM Plex Sans"/>
              <a:buNone/>
              <a:defRPr sz="1100">
                <a:latin typeface="IBM Plex Sans"/>
                <a:ea typeface="IBM Plex Sans"/>
                <a:cs typeface="IBM Plex Sans"/>
                <a:sym typeface="IBM Plex Sans"/>
              </a:defRPr>
            </a:lvl1pPr>
            <a:lvl2pPr lvl="1">
              <a:spcBef>
                <a:spcPts val="0"/>
              </a:spcBef>
              <a:spcAft>
                <a:spcPts val="0"/>
              </a:spcAft>
              <a:buSzPts val="1100"/>
              <a:buFont typeface="IBM Plex Sans"/>
              <a:buNone/>
              <a:defRPr sz="1100">
                <a:latin typeface="IBM Plex Sans"/>
                <a:ea typeface="IBM Plex Sans"/>
                <a:cs typeface="IBM Plex Sans"/>
                <a:sym typeface="IBM Plex Sans"/>
              </a:defRPr>
            </a:lvl2pPr>
            <a:lvl3pPr lvl="2">
              <a:spcBef>
                <a:spcPts val="0"/>
              </a:spcBef>
              <a:spcAft>
                <a:spcPts val="0"/>
              </a:spcAft>
              <a:buSzPts val="1100"/>
              <a:buFont typeface="IBM Plex Sans"/>
              <a:buNone/>
              <a:defRPr sz="1100">
                <a:latin typeface="IBM Plex Sans"/>
                <a:ea typeface="IBM Plex Sans"/>
                <a:cs typeface="IBM Plex Sans"/>
                <a:sym typeface="IBM Plex Sans"/>
              </a:defRPr>
            </a:lvl3pPr>
            <a:lvl4pPr lvl="3">
              <a:spcBef>
                <a:spcPts val="0"/>
              </a:spcBef>
              <a:spcAft>
                <a:spcPts val="0"/>
              </a:spcAft>
              <a:buSzPts val="1100"/>
              <a:buFont typeface="IBM Plex Sans"/>
              <a:buNone/>
              <a:defRPr sz="1100">
                <a:latin typeface="IBM Plex Sans"/>
                <a:ea typeface="IBM Plex Sans"/>
                <a:cs typeface="IBM Plex Sans"/>
                <a:sym typeface="IBM Plex Sans"/>
              </a:defRPr>
            </a:lvl4pPr>
            <a:lvl5pPr lvl="4">
              <a:spcBef>
                <a:spcPts val="0"/>
              </a:spcBef>
              <a:spcAft>
                <a:spcPts val="0"/>
              </a:spcAft>
              <a:buSzPts val="1100"/>
              <a:buFont typeface="IBM Plex Sans"/>
              <a:buNone/>
              <a:defRPr sz="1100">
                <a:latin typeface="IBM Plex Sans"/>
                <a:ea typeface="IBM Plex Sans"/>
                <a:cs typeface="IBM Plex Sans"/>
                <a:sym typeface="IBM Plex Sans"/>
              </a:defRPr>
            </a:lvl5pPr>
            <a:lvl6pPr lvl="5">
              <a:spcBef>
                <a:spcPts val="0"/>
              </a:spcBef>
              <a:spcAft>
                <a:spcPts val="0"/>
              </a:spcAft>
              <a:buSzPts val="1100"/>
              <a:buFont typeface="IBM Plex Sans"/>
              <a:buNone/>
              <a:defRPr sz="1100">
                <a:latin typeface="IBM Plex Sans"/>
                <a:ea typeface="IBM Plex Sans"/>
                <a:cs typeface="IBM Plex Sans"/>
                <a:sym typeface="IBM Plex Sans"/>
              </a:defRPr>
            </a:lvl6pPr>
            <a:lvl7pPr lvl="6">
              <a:spcBef>
                <a:spcPts val="0"/>
              </a:spcBef>
              <a:spcAft>
                <a:spcPts val="0"/>
              </a:spcAft>
              <a:buSzPts val="1100"/>
              <a:buFont typeface="IBM Plex Sans"/>
              <a:buNone/>
              <a:defRPr sz="1100">
                <a:latin typeface="IBM Plex Sans"/>
                <a:ea typeface="IBM Plex Sans"/>
                <a:cs typeface="IBM Plex Sans"/>
                <a:sym typeface="IBM Plex Sans"/>
              </a:defRPr>
            </a:lvl7pPr>
            <a:lvl8pPr lvl="7">
              <a:spcBef>
                <a:spcPts val="0"/>
              </a:spcBef>
              <a:spcAft>
                <a:spcPts val="0"/>
              </a:spcAft>
              <a:buSzPts val="1100"/>
              <a:buFont typeface="IBM Plex Sans"/>
              <a:buNone/>
              <a:defRPr sz="1100">
                <a:latin typeface="IBM Plex Sans"/>
                <a:ea typeface="IBM Plex Sans"/>
                <a:cs typeface="IBM Plex Sans"/>
                <a:sym typeface="IBM Plex Sans"/>
              </a:defRPr>
            </a:lvl8pPr>
            <a:lvl9pPr lvl="8">
              <a:spcBef>
                <a:spcPts val="0"/>
              </a:spcBef>
              <a:spcAft>
                <a:spcPts val="0"/>
              </a:spcAft>
              <a:buSzPts val="1100"/>
              <a:buFont typeface="IBM Plex Sans"/>
              <a:buNone/>
              <a:defRPr sz="1100">
                <a:latin typeface="IBM Plex Sans"/>
                <a:ea typeface="IBM Plex Sans"/>
                <a:cs typeface="IBM Plex Sans"/>
                <a:sym typeface="IBM Plex Sans"/>
              </a:defRPr>
            </a:lvl9pPr>
          </a:lstStyle>
          <a:p/>
        </p:txBody>
      </p:sp>
      <p:sp>
        <p:nvSpPr>
          <p:cNvPr id="518" name="Google Shape;518;p61"/>
          <p:cNvSpPr txBox="1"/>
          <p:nvPr>
            <p:ph idx="8" type="subTitle"/>
          </p:nvPr>
        </p:nvSpPr>
        <p:spPr>
          <a:xfrm>
            <a:off x="344000" y="3699556"/>
            <a:ext cx="1841400" cy="393600"/>
          </a:xfrm>
          <a:prstGeom prst="rect">
            <a:avLst/>
          </a:prstGeom>
        </p:spPr>
        <p:txBody>
          <a:bodyPr anchorCtr="0" anchor="t" bIns="91425" lIns="91425" spcFirstLastPara="1" rIns="91425" wrap="square" tIns="91425">
            <a:noAutofit/>
          </a:bodyPr>
          <a:lstStyle>
            <a:lvl1pPr lvl="0">
              <a:spcBef>
                <a:spcPts val="0"/>
              </a:spcBef>
              <a:spcAft>
                <a:spcPts val="0"/>
              </a:spcAft>
              <a:buSzPts val="1100"/>
              <a:buFont typeface="IBM Plex Sans"/>
              <a:buNone/>
              <a:defRPr sz="1100">
                <a:latin typeface="IBM Plex Sans"/>
                <a:ea typeface="IBM Plex Sans"/>
                <a:cs typeface="IBM Plex Sans"/>
                <a:sym typeface="IBM Plex Sans"/>
              </a:defRPr>
            </a:lvl1pPr>
            <a:lvl2pPr lvl="1">
              <a:spcBef>
                <a:spcPts val="0"/>
              </a:spcBef>
              <a:spcAft>
                <a:spcPts val="0"/>
              </a:spcAft>
              <a:buSzPts val="1100"/>
              <a:buFont typeface="IBM Plex Sans"/>
              <a:buNone/>
              <a:defRPr sz="1100">
                <a:latin typeface="IBM Plex Sans"/>
                <a:ea typeface="IBM Plex Sans"/>
                <a:cs typeface="IBM Plex Sans"/>
                <a:sym typeface="IBM Plex Sans"/>
              </a:defRPr>
            </a:lvl2pPr>
            <a:lvl3pPr lvl="2">
              <a:spcBef>
                <a:spcPts val="0"/>
              </a:spcBef>
              <a:spcAft>
                <a:spcPts val="0"/>
              </a:spcAft>
              <a:buSzPts val="1100"/>
              <a:buFont typeface="IBM Plex Sans"/>
              <a:buNone/>
              <a:defRPr sz="1100">
                <a:latin typeface="IBM Plex Sans"/>
                <a:ea typeface="IBM Plex Sans"/>
                <a:cs typeface="IBM Plex Sans"/>
                <a:sym typeface="IBM Plex Sans"/>
              </a:defRPr>
            </a:lvl3pPr>
            <a:lvl4pPr lvl="3">
              <a:spcBef>
                <a:spcPts val="0"/>
              </a:spcBef>
              <a:spcAft>
                <a:spcPts val="0"/>
              </a:spcAft>
              <a:buSzPts val="1100"/>
              <a:buFont typeface="IBM Plex Sans"/>
              <a:buNone/>
              <a:defRPr sz="1100">
                <a:latin typeface="IBM Plex Sans"/>
                <a:ea typeface="IBM Plex Sans"/>
                <a:cs typeface="IBM Plex Sans"/>
                <a:sym typeface="IBM Plex Sans"/>
              </a:defRPr>
            </a:lvl4pPr>
            <a:lvl5pPr lvl="4">
              <a:spcBef>
                <a:spcPts val="0"/>
              </a:spcBef>
              <a:spcAft>
                <a:spcPts val="0"/>
              </a:spcAft>
              <a:buSzPts val="1100"/>
              <a:buFont typeface="IBM Plex Sans"/>
              <a:buNone/>
              <a:defRPr sz="1100">
                <a:latin typeface="IBM Plex Sans"/>
                <a:ea typeface="IBM Plex Sans"/>
                <a:cs typeface="IBM Plex Sans"/>
                <a:sym typeface="IBM Plex Sans"/>
              </a:defRPr>
            </a:lvl5pPr>
            <a:lvl6pPr lvl="5">
              <a:spcBef>
                <a:spcPts val="0"/>
              </a:spcBef>
              <a:spcAft>
                <a:spcPts val="0"/>
              </a:spcAft>
              <a:buSzPts val="1100"/>
              <a:buFont typeface="IBM Plex Sans"/>
              <a:buNone/>
              <a:defRPr sz="1100">
                <a:latin typeface="IBM Plex Sans"/>
                <a:ea typeface="IBM Plex Sans"/>
                <a:cs typeface="IBM Plex Sans"/>
                <a:sym typeface="IBM Plex Sans"/>
              </a:defRPr>
            </a:lvl6pPr>
            <a:lvl7pPr lvl="6">
              <a:spcBef>
                <a:spcPts val="0"/>
              </a:spcBef>
              <a:spcAft>
                <a:spcPts val="0"/>
              </a:spcAft>
              <a:buSzPts val="1100"/>
              <a:buFont typeface="IBM Plex Sans"/>
              <a:buNone/>
              <a:defRPr sz="1100">
                <a:latin typeface="IBM Plex Sans"/>
                <a:ea typeface="IBM Plex Sans"/>
                <a:cs typeface="IBM Plex Sans"/>
                <a:sym typeface="IBM Plex Sans"/>
              </a:defRPr>
            </a:lvl7pPr>
            <a:lvl8pPr lvl="7">
              <a:spcBef>
                <a:spcPts val="0"/>
              </a:spcBef>
              <a:spcAft>
                <a:spcPts val="0"/>
              </a:spcAft>
              <a:buSzPts val="1100"/>
              <a:buFont typeface="IBM Plex Sans"/>
              <a:buNone/>
              <a:defRPr sz="1100">
                <a:latin typeface="IBM Plex Sans"/>
                <a:ea typeface="IBM Plex Sans"/>
                <a:cs typeface="IBM Plex Sans"/>
                <a:sym typeface="IBM Plex Sans"/>
              </a:defRPr>
            </a:lvl8pPr>
            <a:lvl9pPr lvl="8">
              <a:spcBef>
                <a:spcPts val="0"/>
              </a:spcBef>
              <a:spcAft>
                <a:spcPts val="0"/>
              </a:spcAft>
              <a:buSzPts val="1100"/>
              <a:buFont typeface="IBM Plex Sans"/>
              <a:buNone/>
              <a:defRPr sz="1100">
                <a:latin typeface="IBM Plex Sans"/>
                <a:ea typeface="IBM Plex Sans"/>
                <a:cs typeface="IBM Plex Sans"/>
                <a:sym typeface="IBM Plex Sans"/>
              </a:defRPr>
            </a:lvl9pPr>
          </a:lstStyle>
          <a:p/>
        </p:txBody>
      </p:sp>
      <p:sp>
        <p:nvSpPr>
          <p:cNvPr id="519" name="Google Shape;519;p61"/>
          <p:cNvSpPr txBox="1"/>
          <p:nvPr>
            <p:ph idx="9" type="subTitle"/>
          </p:nvPr>
        </p:nvSpPr>
        <p:spPr>
          <a:xfrm>
            <a:off x="344000" y="4258475"/>
            <a:ext cx="1841400" cy="393600"/>
          </a:xfrm>
          <a:prstGeom prst="rect">
            <a:avLst/>
          </a:prstGeom>
        </p:spPr>
        <p:txBody>
          <a:bodyPr anchorCtr="0" anchor="t" bIns="91425" lIns="91425" spcFirstLastPara="1" rIns="91425" wrap="square" tIns="91425">
            <a:noAutofit/>
          </a:bodyPr>
          <a:lstStyle>
            <a:lvl1pPr lvl="0">
              <a:spcBef>
                <a:spcPts val="0"/>
              </a:spcBef>
              <a:spcAft>
                <a:spcPts val="0"/>
              </a:spcAft>
              <a:buSzPts val="1100"/>
              <a:buFont typeface="IBM Plex Sans"/>
              <a:buNone/>
              <a:defRPr sz="1100">
                <a:latin typeface="IBM Plex Sans"/>
                <a:ea typeface="IBM Plex Sans"/>
                <a:cs typeface="IBM Plex Sans"/>
                <a:sym typeface="IBM Plex Sans"/>
              </a:defRPr>
            </a:lvl1pPr>
            <a:lvl2pPr lvl="1">
              <a:spcBef>
                <a:spcPts val="0"/>
              </a:spcBef>
              <a:spcAft>
                <a:spcPts val="0"/>
              </a:spcAft>
              <a:buSzPts val="1100"/>
              <a:buFont typeface="IBM Plex Sans"/>
              <a:buNone/>
              <a:defRPr sz="1100">
                <a:latin typeface="IBM Plex Sans"/>
                <a:ea typeface="IBM Plex Sans"/>
                <a:cs typeface="IBM Plex Sans"/>
                <a:sym typeface="IBM Plex Sans"/>
              </a:defRPr>
            </a:lvl2pPr>
            <a:lvl3pPr lvl="2">
              <a:spcBef>
                <a:spcPts val="0"/>
              </a:spcBef>
              <a:spcAft>
                <a:spcPts val="0"/>
              </a:spcAft>
              <a:buSzPts val="1100"/>
              <a:buFont typeface="IBM Plex Sans"/>
              <a:buNone/>
              <a:defRPr sz="1100">
                <a:latin typeface="IBM Plex Sans"/>
                <a:ea typeface="IBM Plex Sans"/>
                <a:cs typeface="IBM Plex Sans"/>
                <a:sym typeface="IBM Plex Sans"/>
              </a:defRPr>
            </a:lvl3pPr>
            <a:lvl4pPr lvl="3">
              <a:spcBef>
                <a:spcPts val="0"/>
              </a:spcBef>
              <a:spcAft>
                <a:spcPts val="0"/>
              </a:spcAft>
              <a:buSzPts val="1100"/>
              <a:buFont typeface="IBM Plex Sans"/>
              <a:buNone/>
              <a:defRPr sz="1100">
                <a:latin typeface="IBM Plex Sans"/>
                <a:ea typeface="IBM Plex Sans"/>
                <a:cs typeface="IBM Plex Sans"/>
                <a:sym typeface="IBM Plex Sans"/>
              </a:defRPr>
            </a:lvl4pPr>
            <a:lvl5pPr lvl="4">
              <a:spcBef>
                <a:spcPts val="0"/>
              </a:spcBef>
              <a:spcAft>
                <a:spcPts val="0"/>
              </a:spcAft>
              <a:buSzPts val="1100"/>
              <a:buFont typeface="IBM Plex Sans"/>
              <a:buNone/>
              <a:defRPr sz="1100">
                <a:latin typeface="IBM Plex Sans"/>
                <a:ea typeface="IBM Plex Sans"/>
                <a:cs typeface="IBM Plex Sans"/>
                <a:sym typeface="IBM Plex Sans"/>
              </a:defRPr>
            </a:lvl5pPr>
            <a:lvl6pPr lvl="5">
              <a:spcBef>
                <a:spcPts val="0"/>
              </a:spcBef>
              <a:spcAft>
                <a:spcPts val="0"/>
              </a:spcAft>
              <a:buSzPts val="1100"/>
              <a:buFont typeface="IBM Plex Sans"/>
              <a:buNone/>
              <a:defRPr sz="1100">
                <a:latin typeface="IBM Plex Sans"/>
                <a:ea typeface="IBM Plex Sans"/>
                <a:cs typeface="IBM Plex Sans"/>
                <a:sym typeface="IBM Plex Sans"/>
              </a:defRPr>
            </a:lvl6pPr>
            <a:lvl7pPr lvl="6">
              <a:spcBef>
                <a:spcPts val="0"/>
              </a:spcBef>
              <a:spcAft>
                <a:spcPts val="0"/>
              </a:spcAft>
              <a:buSzPts val="1100"/>
              <a:buFont typeface="IBM Plex Sans"/>
              <a:buNone/>
              <a:defRPr sz="1100">
                <a:latin typeface="IBM Plex Sans"/>
                <a:ea typeface="IBM Plex Sans"/>
                <a:cs typeface="IBM Plex Sans"/>
                <a:sym typeface="IBM Plex Sans"/>
              </a:defRPr>
            </a:lvl7pPr>
            <a:lvl8pPr lvl="7">
              <a:spcBef>
                <a:spcPts val="0"/>
              </a:spcBef>
              <a:spcAft>
                <a:spcPts val="0"/>
              </a:spcAft>
              <a:buSzPts val="1100"/>
              <a:buFont typeface="IBM Plex Sans"/>
              <a:buNone/>
              <a:defRPr sz="1100">
                <a:latin typeface="IBM Plex Sans"/>
                <a:ea typeface="IBM Plex Sans"/>
                <a:cs typeface="IBM Plex Sans"/>
                <a:sym typeface="IBM Plex Sans"/>
              </a:defRPr>
            </a:lvl8pPr>
            <a:lvl9pPr lvl="8">
              <a:spcBef>
                <a:spcPts val="0"/>
              </a:spcBef>
              <a:spcAft>
                <a:spcPts val="0"/>
              </a:spcAft>
              <a:buSzPts val="1100"/>
              <a:buFont typeface="IBM Plex Sans"/>
              <a:buNone/>
              <a:defRPr sz="1100">
                <a:latin typeface="IBM Plex Sans"/>
                <a:ea typeface="IBM Plex Sans"/>
                <a:cs typeface="IBM Plex Sans"/>
                <a:sym typeface="IBM Plex Sans"/>
              </a:defRPr>
            </a:lvl9pPr>
          </a:lstStyle>
          <a:p/>
        </p:txBody>
      </p:sp>
      <p:sp>
        <p:nvSpPr>
          <p:cNvPr id="520" name="Google Shape;520;p61"/>
          <p:cNvSpPr txBox="1"/>
          <p:nvPr>
            <p:ph idx="13" type="subTitle"/>
          </p:nvPr>
        </p:nvSpPr>
        <p:spPr>
          <a:xfrm>
            <a:off x="7108121" y="1297750"/>
            <a:ext cx="1691100" cy="393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a:buNone/>
              <a:defRPr>
                <a:latin typeface="IBM Plex Sans"/>
                <a:ea typeface="IBM Plex Sans"/>
                <a:cs typeface="IBM Plex Sans"/>
                <a:sym typeface="IBM Plex Sans"/>
              </a:defRPr>
            </a:lvl1pPr>
            <a:lvl2pPr lvl="1" algn="ctr">
              <a:spcBef>
                <a:spcPts val="0"/>
              </a:spcBef>
              <a:spcAft>
                <a:spcPts val="0"/>
              </a:spcAft>
              <a:buSzPts val="1400"/>
              <a:buFont typeface="IBM Plex Sans"/>
              <a:buNone/>
              <a:defRPr>
                <a:latin typeface="IBM Plex Sans"/>
                <a:ea typeface="IBM Plex Sans"/>
                <a:cs typeface="IBM Plex Sans"/>
                <a:sym typeface="IBM Plex Sans"/>
              </a:defRPr>
            </a:lvl2pPr>
            <a:lvl3pPr lvl="2" algn="ctr">
              <a:spcBef>
                <a:spcPts val="0"/>
              </a:spcBef>
              <a:spcAft>
                <a:spcPts val="0"/>
              </a:spcAft>
              <a:buSzPts val="1400"/>
              <a:buFont typeface="IBM Plex Sans"/>
              <a:buNone/>
              <a:defRPr>
                <a:latin typeface="IBM Plex Sans"/>
                <a:ea typeface="IBM Plex Sans"/>
                <a:cs typeface="IBM Plex Sans"/>
                <a:sym typeface="IBM Plex Sans"/>
              </a:defRPr>
            </a:lvl3pPr>
            <a:lvl4pPr lvl="3" algn="ctr">
              <a:spcBef>
                <a:spcPts val="0"/>
              </a:spcBef>
              <a:spcAft>
                <a:spcPts val="0"/>
              </a:spcAft>
              <a:buSzPts val="1400"/>
              <a:buFont typeface="IBM Plex Sans"/>
              <a:buNone/>
              <a:defRPr>
                <a:latin typeface="IBM Plex Sans"/>
                <a:ea typeface="IBM Plex Sans"/>
                <a:cs typeface="IBM Plex Sans"/>
                <a:sym typeface="IBM Plex Sans"/>
              </a:defRPr>
            </a:lvl4pPr>
            <a:lvl5pPr lvl="4" algn="ctr">
              <a:spcBef>
                <a:spcPts val="0"/>
              </a:spcBef>
              <a:spcAft>
                <a:spcPts val="0"/>
              </a:spcAft>
              <a:buSzPts val="1400"/>
              <a:buFont typeface="IBM Plex Sans"/>
              <a:buNone/>
              <a:defRPr>
                <a:latin typeface="IBM Plex Sans"/>
                <a:ea typeface="IBM Plex Sans"/>
                <a:cs typeface="IBM Plex Sans"/>
                <a:sym typeface="IBM Plex Sans"/>
              </a:defRPr>
            </a:lvl5pPr>
            <a:lvl6pPr lvl="5" algn="ctr">
              <a:spcBef>
                <a:spcPts val="0"/>
              </a:spcBef>
              <a:spcAft>
                <a:spcPts val="0"/>
              </a:spcAft>
              <a:buSzPts val="1400"/>
              <a:buFont typeface="IBM Plex Sans"/>
              <a:buNone/>
              <a:defRPr>
                <a:latin typeface="IBM Plex Sans"/>
                <a:ea typeface="IBM Plex Sans"/>
                <a:cs typeface="IBM Plex Sans"/>
                <a:sym typeface="IBM Plex Sans"/>
              </a:defRPr>
            </a:lvl6pPr>
            <a:lvl7pPr lvl="6" algn="ctr">
              <a:spcBef>
                <a:spcPts val="0"/>
              </a:spcBef>
              <a:spcAft>
                <a:spcPts val="0"/>
              </a:spcAft>
              <a:buSzPts val="1400"/>
              <a:buFont typeface="IBM Plex Sans"/>
              <a:buNone/>
              <a:defRPr>
                <a:latin typeface="IBM Plex Sans"/>
                <a:ea typeface="IBM Plex Sans"/>
                <a:cs typeface="IBM Plex Sans"/>
                <a:sym typeface="IBM Plex Sans"/>
              </a:defRPr>
            </a:lvl7pPr>
            <a:lvl8pPr lvl="7" algn="ctr">
              <a:spcBef>
                <a:spcPts val="0"/>
              </a:spcBef>
              <a:spcAft>
                <a:spcPts val="0"/>
              </a:spcAft>
              <a:buSzPts val="1400"/>
              <a:buFont typeface="IBM Plex Sans"/>
              <a:buNone/>
              <a:defRPr>
                <a:latin typeface="IBM Plex Sans"/>
                <a:ea typeface="IBM Plex Sans"/>
                <a:cs typeface="IBM Plex Sans"/>
                <a:sym typeface="IBM Plex Sans"/>
              </a:defRPr>
            </a:lvl8pPr>
            <a:lvl9pPr lvl="8" algn="ctr">
              <a:spcBef>
                <a:spcPts val="0"/>
              </a:spcBef>
              <a:spcAft>
                <a:spcPts val="0"/>
              </a:spcAft>
              <a:buSzPts val="1400"/>
              <a:buFont typeface="IBM Plex Sans"/>
              <a:buNone/>
              <a:defRPr>
                <a:latin typeface="IBM Plex Sans"/>
                <a:ea typeface="IBM Plex Sans"/>
                <a:cs typeface="IBM Plex Sans"/>
                <a:sym typeface="IBM Plex Sa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2">
    <p:bg>
      <p:bgPr>
        <a:solidFill>
          <a:schemeClr val="dk1"/>
        </a:solidFill>
      </p:bgPr>
    </p:bg>
    <p:spTree>
      <p:nvGrpSpPr>
        <p:cNvPr id="521" name="Shape 521"/>
        <p:cNvGrpSpPr/>
        <p:nvPr/>
      </p:nvGrpSpPr>
      <p:grpSpPr>
        <a:xfrm>
          <a:off x="0" y="0"/>
          <a:ext cx="0" cy="0"/>
          <a:chOff x="0" y="0"/>
          <a:chExt cx="0" cy="0"/>
        </a:xfrm>
      </p:grpSpPr>
      <p:sp>
        <p:nvSpPr>
          <p:cNvPr id="522" name="Google Shape;522;p62"/>
          <p:cNvSpPr txBox="1"/>
          <p:nvPr>
            <p:ph idx="1" type="body"/>
          </p:nvPr>
        </p:nvSpPr>
        <p:spPr>
          <a:xfrm>
            <a:off x="779850" y="1833950"/>
            <a:ext cx="3252300" cy="108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23" name="Google Shape;523;p62"/>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None/>
              <a:defRPr>
                <a:solidFill>
                  <a:schemeClr val="lt1"/>
                </a:solidFill>
              </a:defRPr>
            </a:lvl1pPr>
            <a:lvl2pPr lvl="1">
              <a:spcBef>
                <a:spcPts val="0"/>
              </a:spcBef>
              <a:spcAft>
                <a:spcPts val="0"/>
              </a:spcAft>
              <a:buClr>
                <a:schemeClr val="lt1"/>
              </a:buClr>
              <a:buSzPts val="5000"/>
              <a:buNone/>
              <a:defRPr>
                <a:solidFill>
                  <a:schemeClr val="lt1"/>
                </a:solidFill>
              </a:defRPr>
            </a:lvl2pPr>
            <a:lvl3pPr lvl="2">
              <a:spcBef>
                <a:spcPts val="0"/>
              </a:spcBef>
              <a:spcAft>
                <a:spcPts val="0"/>
              </a:spcAft>
              <a:buClr>
                <a:schemeClr val="lt1"/>
              </a:buClr>
              <a:buSzPts val="5000"/>
              <a:buNone/>
              <a:defRPr>
                <a:solidFill>
                  <a:schemeClr val="lt1"/>
                </a:solidFill>
              </a:defRPr>
            </a:lvl3pPr>
            <a:lvl4pPr lvl="3">
              <a:spcBef>
                <a:spcPts val="0"/>
              </a:spcBef>
              <a:spcAft>
                <a:spcPts val="0"/>
              </a:spcAft>
              <a:buClr>
                <a:schemeClr val="lt1"/>
              </a:buClr>
              <a:buSzPts val="5000"/>
              <a:buNone/>
              <a:defRPr>
                <a:solidFill>
                  <a:schemeClr val="lt1"/>
                </a:solidFill>
              </a:defRPr>
            </a:lvl4pPr>
            <a:lvl5pPr lvl="4">
              <a:spcBef>
                <a:spcPts val="0"/>
              </a:spcBef>
              <a:spcAft>
                <a:spcPts val="0"/>
              </a:spcAft>
              <a:buClr>
                <a:schemeClr val="lt1"/>
              </a:buClr>
              <a:buSzPts val="5000"/>
              <a:buNone/>
              <a:defRPr>
                <a:solidFill>
                  <a:schemeClr val="lt1"/>
                </a:solidFill>
              </a:defRPr>
            </a:lvl5pPr>
            <a:lvl6pPr lvl="5">
              <a:spcBef>
                <a:spcPts val="0"/>
              </a:spcBef>
              <a:spcAft>
                <a:spcPts val="0"/>
              </a:spcAft>
              <a:buClr>
                <a:schemeClr val="lt1"/>
              </a:buClr>
              <a:buSzPts val="5000"/>
              <a:buNone/>
              <a:defRPr>
                <a:solidFill>
                  <a:schemeClr val="lt1"/>
                </a:solidFill>
              </a:defRPr>
            </a:lvl6pPr>
            <a:lvl7pPr lvl="6">
              <a:spcBef>
                <a:spcPts val="0"/>
              </a:spcBef>
              <a:spcAft>
                <a:spcPts val="0"/>
              </a:spcAft>
              <a:buClr>
                <a:schemeClr val="lt1"/>
              </a:buClr>
              <a:buSzPts val="5000"/>
              <a:buNone/>
              <a:defRPr>
                <a:solidFill>
                  <a:schemeClr val="lt1"/>
                </a:solidFill>
              </a:defRPr>
            </a:lvl7pPr>
            <a:lvl8pPr lvl="7">
              <a:spcBef>
                <a:spcPts val="0"/>
              </a:spcBef>
              <a:spcAft>
                <a:spcPts val="0"/>
              </a:spcAft>
              <a:buClr>
                <a:schemeClr val="lt1"/>
              </a:buClr>
              <a:buSzPts val="5000"/>
              <a:buNone/>
              <a:defRPr>
                <a:solidFill>
                  <a:schemeClr val="lt1"/>
                </a:solidFill>
              </a:defRPr>
            </a:lvl8pPr>
            <a:lvl9pPr lvl="8">
              <a:spcBef>
                <a:spcPts val="0"/>
              </a:spcBef>
              <a:spcAft>
                <a:spcPts val="0"/>
              </a:spcAft>
              <a:buClr>
                <a:schemeClr val="lt1"/>
              </a:buClr>
              <a:buSzPts val="5000"/>
              <a:buNone/>
              <a:defRPr>
                <a:solidFill>
                  <a:schemeClr val="lt1"/>
                </a:solidFill>
              </a:defRPr>
            </a:lvl9pPr>
          </a:lstStyle>
          <a:p/>
        </p:txBody>
      </p:sp>
      <p:sp>
        <p:nvSpPr>
          <p:cNvPr id="524" name="Google Shape;524;p62"/>
          <p:cNvSpPr txBox="1"/>
          <p:nvPr>
            <p:ph idx="2" type="title"/>
          </p:nvPr>
        </p:nvSpPr>
        <p:spPr>
          <a:xfrm>
            <a:off x="779850" y="1337425"/>
            <a:ext cx="32523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9pPr>
          </a:lstStyle>
          <a:p/>
        </p:txBody>
      </p:sp>
      <p:sp>
        <p:nvSpPr>
          <p:cNvPr id="525" name="Google Shape;525;p62"/>
          <p:cNvSpPr txBox="1"/>
          <p:nvPr>
            <p:ph idx="3" type="body"/>
          </p:nvPr>
        </p:nvSpPr>
        <p:spPr>
          <a:xfrm>
            <a:off x="779850" y="3342800"/>
            <a:ext cx="3252300" cy="1412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26" name="Google Shape;526;p62"/>
          <p:cNvSpPr txBox="1"/>
          <p:nvPr>
            <p:ph idx="4" type="title"/>
          </p:nvPr>
        </p:nvSpPr>
        <p:spPr>
          <a:xfrm>
            <a:off x="779850" y="2914325"/>
            <a:ext cx="3252300" cy="428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9pPr>
          </a:lstStyle>
          <a:p/>
        </p:txBody>
      </p:sp>
      <p:sp>
        <p:nvSpPr>
          <p:cNvPr id="527" name="Google Shape;527;p62"/>
          <p:cNvSpPr txBox="1"/>
          <p:nvPr>
            <p:ph idx="5" type="body"/>
          </p:nvPr>
        </p:nvSpPr>
        <p:spPr>
          <a:xfrm>
            <a:off x="5210700" y="1833950"/>
            <a:ext cx="3252300" cy="108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28" name="Google Shape;528;p62"/>
          <p:cNvSpPr txBox="1"/>
          <p:nvPr>
            <p:ph idx="6" type="title"/>
          </p:nvPr>
        </p:nvSpPr>
        <p:spPr>
          <a:xfrm>
            <a:off x="5210700" y="1337425"/>
            <a:ext cx="32523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9pPr>
          </a:lstStyle>
          <a:p/>
        </p:txBody>
      </p:sp>
      <p:sp>
        <p:nvSpPr>
          <p:cNvPr id="529" name="Google Shape;529;p62"/>
          <p:cNvSpPr txBox="1"/>
          <p:nvPr>
            <p:ph idx="7" type="body"/>
          </p:nvPr>
        </p:nvSpPr>
        <p:spPr>
          <a:xfrm>
            <a:off x="5210688" y="3342800"/>
            <a:ext cx="3252300" cy="1412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30" name="Google Shape;530;p62"/>
          <p:cNvSpPr txBox="1"/>
          <p:nvPr>
            <p:ph idx="8" type="title"/>
          </p:nvPr>
        </p:nvSpPr>
        <p:spPr>
          <a:xfrm>
            <a:off x="5210700" y="2914325"/>
            <a:ext cx="3252300" cy="428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2400"/>
              <a:buFont typeface="IBM Plex Sans"/>
              <a:buNone/>
              <a:defRPr sz="2400">
                <a:solidFill>
                  <a:schemeClr val="dk2"/>
                </a:solidFill>
                <a:latin typeface="IBM Plex Sans"/>
                <a:ea typeface="IBM Plex Sans"/>
                <a:cs typeface="IBM Plex Sans"/>
                <a:sym typeface="IBM Plex Sans"/>
              </a:defRPr>
            </a:lvl9pPr>
          </a:lstStyle>
          <a:p/>
        </p:txBody>
      </p:sp>
      <p:sp>
        <p:nvSpPr>
          <p:cNvPr id="531" name="Google Shape;531;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02">
  <p:cSld name="CUSTOM_12_1">
    <p:bg>
      <p:bgPr>
        <a:solidFill>
          <a:schemeClr val="dk1"/>
        </a:solidFill>
      </p:bgPr>
    </p:bg>
    <p:spTree>
      <p:nvGrpSpPr>
        <p:cNvPr id="532" name="Shape 532"/>
        <p:cNvGrpSpPr/>
        <p:nvPr/>
      </p:nvGrpSpPr>
      <p:grpSpPr>
        <a:xfrm>
          <a:off x="0" y="0"/>
          <a:ext cx="0" cy="0"/>
          <a:chOff x="0" y="0"/>
          <a:chExt cx="0" cy="0"/>
        </a:xfrm>
      </p:grpSpPr>
      <p:sp>
        <p:nvSpPr>
          <p:cNvPr id="533" name="Google Shape;533;p63"/>
          <p:cNvSpPr/>
          <p:nvPr>
            <p:ph idx="2" type="pic"/>
          </p:nvPr>
        </p:nvSpPr>
        <p:spPr>
          <a:xfrm>
            <a:off x="127425" y="129613"/>
            <a:ext cx="4383600" cy="2407200"/>
          </a:xfrm>
          <a:prstGeom prst="rect">
            <a:avLst/>
          </a:prstGeom>
          <a:noFill/>
          <a:ln>
            <a:noFill/>
          </a:ln>
        </p:spPr>
      </p:sp>
      <p:sp>
        <p:nvSpPr>
          <p:cNvPr id="534" name="Google Shape;534;p63"/>
          <p:cNvSpPr/>
          <p:nvPr>
            <p:ph idx="3" type="pic"/>
          </p:nvPr>
        </p:nvSpPr>
        <p:spPr>
          <a:xfrm>
            <a:off x="127425" y="2652577"/>
            <a:ext cx="4383600" cy="2361300"/>
          </a:xfrm>
          <a:prstGeom prst="rect">
            <a:avLst/>
          </a:prstGeom>
          <a:noFill/>
          <a:ln>
            <a:noFill/>
          </a:ln>
        </p:spPr>
      </p:sp>
      <p:sp>
        <p:nvSpPr>
          <p:cNvPr id="535" name="Google Shape;535;p63"/>
          <p:cNvSpPr/>
          <p:nvPr>
            <p:ph idx="4" type="pic"/>
          </p:nvPr>
        </p:nvSpPr>
        <p:spPr>
          <a:xfrm>
            <a:off x="4632975" y="129613"/>
            <a:ext cx="4383600" cy="2407200"/>
          </a:xfrm>
          <a:prstGeom prst="rect">
            <a:avLst/>
          </a:prstGeom>
          <a:noFill/>
          <a:ln>
            <a:noFill/>
          </a:ln>
        </p:spPr>
      </p:sp>
      <p:sp>
        <p:nvSpPr>
          <p:cNvPr id="536" name="Google Shape;536;p63"/>
          <p:cNvSpPr/>
          <p:nvPr>
            <p:ph idx="5" type="pic"/>
          </p:nvPr>
        </p:nvSpPr>
        <p:spPr>
          <a:xfrm>
            <a:off x="4632975" y="2652577"/>
            <a:ext cx="4383600" cy="2361300"/>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dget">
  <p:cSld name="CUSTOM_14">
    <p:bg>
      <p:bgPr>
        <a:solidFill>
          <a:schemeClr val="accent2"/>
        </a:solidFill>
      </p:bgPr>
    </p:bg>
    <p:spTree>
      <p:nvGrpSpPr>
        <p:cNvPr id="537" name="Shape 537"/>
        <p:cNvGrpSpPr/>
        <p:nvPr/>
      </p:nvGrpSpPr>
      <p:grpSpPr>
        <a:xfrm>
          <a:off x="0" y="0"/>
          <a:ext cx="0" cy="0"/>
          <a:chOff x="0" y="0"/>
          <a:chExt cx="0" cy="0"/>
        </a:xfrm>
      </p:grpSpPr>
      <p:sp>
        <p:nvSpPr>
          <p:cNvPr id="538" name="Google Shape;538;p64"/>
          <p:cNvSpPr txBox="1"/>
          <p:nvPr>
            <p:ph type="title"/>
          </p:nvPr>
        </p:nvSpPr>
        <p:spPr>
          <a:xfrm>
            <a:off x="520700" y="2452648"/>
            <a:ext cx="1359000" cy="85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IBM Plex Sans Light"/>
              <a:buNone/>
              <a:defRPr sz="2400"/>
            </a:lvl1pPr>
            <a:lvl2pPr lvl="1" algn="ctr">
              <a:spcBef>
                <a:spcPts val="0"/>
              </a:spcBef>
              <a:spcAft>
                <a:spcPts val="0"/>
              </a:spcAft>
              <a:buClr>
                <a:schemeClr val="dk1"/>
              </a:buClr>
              <a:buSzPts val="2400"/>
              <a:buFont typeface="IBM Plex Sans Light"/>
              <a:buNone/>
              <a:defRPr sz="2400">
                <a:solidFill>
                  <a:schemeClr val="dk1"/>
                </a:solidFill>
              </a:defRPr>
            </a:lvl2pPr>
            <a:lvl3pPr lvl="2" algn="ctr">
              <a:spcBef>
                <a:spcPts val="0"/>
              </a:spcBef>
              <a:spcAft>
                <a:spcPts val="0"/>
              </a:spcAft>
              <a:buClr>
                <a:schemeClr val="dk1"/>
              </a:buClr>
              <a:buSzPts val="2400"/>
              <a:buFont typeface="IBM Plex Sans Light"/>
              <a:buNone/>
              <a:defRPr sz="2400">
                <a:solidFill>
                  <a:schemeClr val="dk1"/>
                </a:solidFill>
              </a:defRPr>
            </a:lvl3pPr>
            <a:lvl4pPr lvl="3" algn="ctr">
              <a:spcBef>
                <a:spcPts val="0"/>
              </a:spcBef>
              <a:spcAft>
                <a:spcPts val="0"/>
              </a:spcAft>
              <a:buClr>
                <a:schemeClr val="dk1"/>
              </a:buClr>
              <a:buSzPts val="2400"/>
              <a:buFont typeface="IBM Plex Sans Light"/>
              <a:buNone/>
              <a:defRPr sz="2400">
                <a:solidFill>
                  <a:schemeClr val="dk1"/>
                </a:solidFill>
              </a:defRPr>
            </a:lvl4pPr>
            <a:lvl5pPr lvl="4" algn="ctr">
              <a:spcBef>
                <a:spcPts val="0"/>
              </a:spcBef>
              <a:spcAft>
                <a:spcPts val="0"/>
              </a:spcAft>
              <a:buClr>
                <a:schemeClr val="dk1"/>
              </a:buClr>
              <a:buSzPts val="2400"/>
              <a:buFont typeface="IBM Plex Sans Light"/>
              <a:buNone/>
              <a:defRPr sz="2400">
                <a:solidFill>
                  <a:schemeClr val="dk1"/>
                </a:solidFill>
              </a:defRPr>
            </a:lvl5pPr>
            <a:lvl6pPr lvl="5" algn="ctr">
              <a:spcBef>
                <a:spcPts val="0"/>
              </a:spcBef>
              <a:spcAft>
                <a:spcPts val="0"/>
              </a:spcAft>
              <a:buClr>
                <a:schemeClr val="dk1"/>
              </a:buClr>
              <a:buSzPts val="2400"/>
              <a:buFont typeface="IBM Plex Sans Light"/>
              <a:buNone/>
              <a:defRPr sz="2400">
                <a:solidFill>
                  <a:schemeClr val="dk1"/>
                </a:solidFill>
              </a:defRPr>
            </a:lvl6pPr>
            <a:lvl7pPr lvl="6" algn="ctr">
              <a:spcBef>
                <a:spcPts val="0"/>
              </a:spcBef>
              <a:spcAft>
                <a:spcPts val="0"/>
              </a:spcAft>
              <a:buClr>
                <a:schemeClr val="dk1"/>
              </a:buClr>
              <a:buSzPts val="2400"/>
              <a:buFont typeface="IBM Plex Sans Light"/>
              <a:buNone/>
              <a:defRPr sz="2400">
                <a:solidFill>
                  <a:schemeClr val="dk1"/>
                </a:solidFill>
              </a:defRPr>
            </a:lvl7pPr>
            <a:lvl8pPr lvl="7" algn="ctr">
              <a:spcBef>
                <a:spcPts val="0"/>
              </a:spcBef>
              <a:spcAft>
                <a:spcPts val="0"/>
              </a:spcAft>
              <a:buClr>
                <a:schemeClr val="dk1"/>
              </a:buClr>
              <a:buSzPts val="2400"/>
              <a:buFont typeface="IBM Plex Sans Light"/>
              <a:buNone/>
              <a:defRPr sz="2400">
                <a:solidFill>
                  <a:schemeClr val="dk1"/>
                </a:solidFill>
              </a:defRPr>
            </a:lvl8pPr>
            <a:lvl9pPr lvl="8" algn="ctr">
              <a:spcBef>
                <a:spcPts val="0"/>
              </a:spcBef>
              <a:spcAft>
                <a:spcPts val="0"/>
              </a:spcAft>
              <a:buClr>
                <a:schemeClr val="dk1"/>
              </a:buClr>
              <a:buSzPts val="2400"/>
              <a:buFont typeface="IBM Plex Sans Light"/>
              <a:buNone/>
              <a:defRPr sz="2400">
                <a:solidFill>
                  <a:schemeClr val="dk1"/>
                </a:solidFill>
              </a:defRPr>
            </a:lvl9pPr>
          </a:lstStyle>
          <a:p/>
        </p:txBody>
      </p:sp>
      <p:sp>
        <p:nvSpPr>
          <p:cNvPr id="539" name="Google Shape;539;p64"/>
          <p:cNvSpPr txBox="1"/>
          <p:nvPr>
            <p:ph idx="2" type="title"/>
          </p:nvPr>
        </p:nvSpPr>
        <p:spPr>
          <a:xfrm>
            <a:off x="2209800" y="2206075"/>
            <a:ext cx="1359000" cy="85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IBM Plex Sans Light"/>
              <a:buNone/>
              <a:defRPr sz="2400"/>
            </a:lvl1pPr>
            <a:lvl2pPr lvl="1" algn="ctr">
              <a:spcBef>
                <a:spcPts val="0"/>
              </a:spcBef>
              <a:spcAft>
                <a:spcPts val="0"/>
              </a:spcAft>
              <a:buClr>
                <a:schemeClr val="dk1"/>
              </a:buClr>
              <a:buSzPts val="2400"/>
              <a:buFont typeface="IBM Plex Sans Light"/>
              <a:buNone/>
              <a:defRPr sz="2400">
                <a:solidFill>
                  <a:schemeClr val="dk1"/>
                </a:solidFill>
              </a:defRPr>
            </a:lvl2pPr>
            <a:lvl3pPr lvl="2" algn="ctr">
              <a:spcBef>
                <a:spcPts val="0"/>
              </a:spcBef>
              <a:spcAft>
                <a:spcPts val="0"/>
              </a:spcAft>
              <a:buClr>
                <a:schemeClr val="dk1"/>
              </a:buClr>
              <a:buSzPts val="2400"/>
              <a:buFont typeface="IBM Plex Sans Light"/>
              <a:buNone/>
              <a:defRPr sz="2400">
                <a:solidFill>
                  <a:schemeClr val="dk1"/>
                </a:solidFill>
              </a:defRPr>
            </a:lvl3pPr>
            <a:lvl4pPr lvl="3" algn="ctr">
              <a:spcBef>
                <a:spcPts val="0"/>
              </a:spcBef>
              <a:spcAft>
                <a:spcPts val="0"/>
              </a:spcAft>
              <a:buClr>
                <a:schemeClr val="dk1"/>
              </a:buClr>
              <a:buSzPts val="2400"/>
              <a:buFont typeface="IBM Plex Sans Light"/>
              <a:buNone/>
              <a:defRPr sz="2400">
                <a:solidFill>
                  <a:schemeClr val="dk1"/>
                </a:solidFill>
              </a:defRPr>
            </a:lvl4pPr>
            <a:lvl5pPr lvl="4" algn="ctr">
              <a:spcBef>
                <a:spcPts val="0"/>
              </a:spcBef>
              <a:spcAft>
                <a:spcPts val="0"/>
              </a:spcAft>
              <a:buClr>
                <a:schemeClr val="dk1"/>
              </a:buClr>
              <a:buSzPts val="2400"/>
              <a:buFont typeface="IBM Plex Sans Light"/>
              <a:buNone/>
              <a:defRPr sz="2400">
                <a:solidFill>
                  <a:schemeClr val="dk1"/>
                </a:solidFill>
              </a:defRPr>
            </a:lvl5pPr>
            <a:lvl6pPr lvl="5" algn="ctr">
              <a:spcBef>
                <a:spcPts val="0"/>
              </a:spcBef>
              <a:spcAft>
                <a:spcPts val="0"/>
              </a:spcAft>
              <a:buClr>
                <a:schemeClr val="dk1"/>
              </a:buClr>
              <a:buSzPts val="2400"/>
              <a:buFont typeface="IBM Plex Sans Light"/>
              <a:buNone/>
              <a:defRPr sz="2400">
                <a:solidFill>
                  <a:schemeClr val="dk1"/>
                </a:solidFill>
              </a:defRPr>
            </a:lvl6pPr>
            <a:lvl7pPr lvl="6" algn="ctr">
              <a:spcBef>
                <a:spcPts val="0"/>
              </a:spcBef>
              <a:spcAft>
                <a:spcPts val="0"/>
              </a:spcAft>
              <a:buClr>
                <a:schemeClr val="dk1"/>
              </a:buClr>
              <a:buSzPts val="2400"/>
              <a:buFont typeface="IBM Plex Sans Light"/>
              <a:buNone/>
              <a:defRPr sz="2400">
                <a:solidFill>
                  <a:schemeClr val="dk1"/>
                </a:solidFill>
              </a:defRPr>
            </a:lvl7pPr>
            <a:lvl8pPr lvl="7" algn="ctr">
              <a:spcBef>
                <a:spcPts val="0"/>
              </a:spcBef>
              <a:spcAft>
                <a:spcPts val="0"/>
              </a:spcAft>
              <a:buClr>
                <a:schemeClr val="dk1"/>
              </a:buClr>
              <a:buSzPts val="2400"/>
              <a:buFont typeface="IBM Plex Sans Light"/>
              <a:buNone/>
              <a:defRPr sz="2400">
                <a:solidFill>
                  <a:schemeClr val="dk1"/>
                </a:solidFill>
              </a:defRPr>
            </a:lvl8pPr>
            <a:lvl9pPr lvl="8" algn="ctr">
              <a:spcBef>
                <a:spcPts val="0"/>
              </a:spcBef>
              <a:spcAft>
                <a:spcPts val="0"/>
              </a:spcAft>
              <a:buClr>
                <a:schemeClr val="dk1"/>
              </a:buClr>
              <a:buSzPts val="2400"/>
              <a:buFont typeface="IBM Plex Sans Light"/>
              <a:buNone/>
              <a:defRPr sz="2400">
                <a:solidFill>
                  <a:schemeClr val="dk1"/>
                </a:solidFill>
              </a:defRPr>
            </a:lvl9pPr>
          </a:lstStyle>
          <a:p/>
        </p:txBody>
      </p:sp>
      <p:sp>
        <p:nvSpPr>
          <p:cNvPr id="540" name="Google Shape;540;p64"/>
          <p:cNvSpPr txBox="1"/>
          <p:nvPr>
            <p:ph idx="3" type="title"/>
          </p:nvPr>
        </p:nvSpPr>
        <p:spPr>
          <a:xfrm>
            <a:off x="3898900" y="2908675"/>
            <a:ext cx="1359000" cy="85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IBM Plex Sans Light"/>
              <a:buNone/>
              <a:defRPr sz="2400"/>
            </a:lvl1pPr>
            <a:lvl2pPr lvl="1" algn="ctr">
              <a:spcBef>
                <a:spcPts val="0"/>
              </a:spcBef>
              <a:spcAft>
                <a:spcPts val="0"/>
              </a:spcAft>
              <a:buClr>
                <a:schemeClr val="dk1"/>
              </a:buClr>
              <a:buSzPts val="2400"/>
              <a:buFont typeface="IBM Plex Sans Light"/>
              <a:buNone/>
              <a:defRPr sz="2400">
                <a:solidFill>
                  <a:schemeClr val="dk1"/>
                </a:solidFill>
              </a:defRPr>
            </a:lvl2pPr>
            <a:lvl3pPr lvl="2" algn="ctr">
              <a:spcBef>
                <a:spcPts val="0"/>
              </a:spcBef>
              <a:spcAft>
                <a:spcPts val="0"/>
              </a:spcAft>
              <a:buClr>
                <a:schemeClr val="dk1"/>
              </a:buClr>
              <a:buSzPts val="2400"/>
              <a:buFont typeface="IBM Plex Sans Light"/>
              <a:buNone/>
              <a:defRPr sz="2400">
                <a:solidFill>
                  <a:schemeClr val="dk1"/>
                </a:solidFill>
              </a:defRPr>
            </a:lvl3pPr>
            <a:lvl4pPr lvl="3" algn="ctr">
              <a:spcBef>
                <a:spcPts val="0"/>
              </a:spcBef>
              <a:spcAft>
                <a:spcPts val="0"/>
              </a:spcAft>
              <a:buClr>
                <a:schemeClr val="dk1"/>
              </a:buClr>
              <a:buSzPts val="2400"/>
              <a:buFont typeface="IBM Plex Sans Light"/>
              <a:buNone/>
              <a:defRPr sz="2400">
                <a:solidFill>
                  <a:schemeClr val="dk1"/>
                </a:solidFill>
              </a:defRPr>
            </a:lvl4pPr>
            <a:lvl5pPr lvl="4" algn="ctr">
              <a:spcBef>
                <a:spcPts val="0"/>
              </a:spcBef>
              <a:spcAft>
                <a:spcPts val="0"/>
              </a:spcAft>
              <a:buClr>
                <a:schemeClr val="dk1"/>
              </a:buClr>
              <a:buSzPts val="2400"/>
              <a:buFont typeface="IBM Plex Sans Light"/>
              <a:buNone/>
              <a:defRPr sz="2400">
                <a:solidFill>
                  <a:schemeClr val="dk1"/>
                </a:solidFill>
              </a:defRPr>
            </a:lvl5pPr>
            <a:lvl6pPr lvl="5" algn="ctr">
              <a:spcBef>
                <a:spcPts val="0"/>
              </a:spcBef>
              <a:spcAft>
                <a:spcPts val="0"/>
              </a:spcAft>
              <a:buClr>
                <a:schemeClr val="dk1"/>
              </a:buClr>
              <a:buSzPts val="2400"/>
              <a:buFont typeface="IBM Plex Sans Light"/>
              <a:buNone/>
              <a:defRPr sz="2400">
                <a:solidFill>
                  <a:schemeClr val="dk1"/>
                </a:solidFill>
              </a:defRPr>
            </a:lvl6pPr>
            <a:lvl7pPr lvl="6" algn="ctr">
              <a:spcBef>
                <a:spcPts val="0"/>
              </a:spcBef>
              <a:spcAft>
                <a:spcPts val="0"/>
              </a:spcAft>
              <a:buClr>
                <a:schemeClr val="dk1"/>
              </a:buClr>
              <a:buSzPts val="2400"/>
              <a:buFont typeface="IBM Plex Sans Light"/>
              <a:buNone/>
              <a:defRPr sz="2400">
                <a:solidFill>
                  <a:schemeClr val="dk1"/>
                </a:solidFill>
              </a:defRPr>
            </a:lvl7pPr>
            <a:lvl8pPr lvl="7" algn="ctr">
              <a:spcBef>
                <a:spcPts val="0"/>
              </a:spcBef>
              <a:spcAft>
                <a:spcPts val="0"/>
              </a:spcAft>
              <a:buClr>
                <a:schemeClr val="dk1"/>
              </a:buClr>
              <a:buSzPts val="2400"/>
              <a:buFont typeface="IBM Plex Sans Light"/>
              <a:buNone/>
              <a:defRPr sz="2400">
                <a:solidFill>
                  <a:schemeClr val="dk1"/>
                </a:solidFill>
              </a:defRPr>
            </a:lvl8pPr>
            <a:lvl9pPr lvl="8" algn="ctr">
              <a:spcBef>
                <a:spcPts val="0"/>
              </a:spcBef>
              <a:spcAft>
                <a:spcPts val="0"/>
              </a:spcAft>
              <a:buClr>
                <a:schemeClr val="dk1"/>
              </a:buClr>
              <a:buSzPts val="2400"/>
              <a:buFont typeface="IBM Plex Sans Light"/>
              <a:buNone/>
              <a:defRPr sz="2400">
                <a:solidFill>
                  <a:schemeClr val="dk1"/>
                </a:solidFill>
              </a:defRPr>
            </a:lvl9pPr>
          </a:lstStyle>
          <a:p/>
        </p:txBody>
      </p:sp>
      <p:sp>
        <p:nvSpPr>
          <p:cNvPr id="541" name="Google Shape;541;p64"/>
          <p:cNvSpPr txBox="1"/>
          <p:nvPr>
            <p:ph idx="4" type="title"/>
          </p:nvPr>
        </p:nvSpPr>
        <p:spPr>
          <a:xfrm>
            <a:off x="5588000" y="1966900"/>
            <a:ext cx="1359000" cy="7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IBM Plex Sans Light"/>
              <a:buNone/>
              <a:defRPr sz="2400"/>
            </a:lvl1pPr>
            <a:lvl2pPr lvl="1" algn="ctr">
              <a:spcBef>
                <a:spcPts val="0"/>
              </a:spcBef>
              <a:spcAft>
                <a:spcPts val="0"/>
              </a:spcAft>
              <a:buClr>
                <a:schemeClr val="dk1"/>
              </a:buClr>
              <a:buSzPts val="2400"/>
              <a:buFont typeface="IBM Plex Sans Light"/>
              <a:buNone/>
              <a:defRPr sz="2400">
                <a:solidFill>
                  <a:schemeClr val="dk1"/>
                </a:solidFill>
              </a:defRPr>
            </a:lvl2pPr>
            <a:lvl3pPr lvl="2" algn="ctr">
              <a:spcBef>
                <a:spcPts val="0"/>
              </a:spcBef>
              <a:spcAft>
                <a:spcPts val="0"/>
              </a:spcAft>
              <a:buClr>
                <a:schemeClr val="dk1"/>
              </a:buClr>
              <a:buSzPts val="2400"/>
              <a:buFont typeface="IBM Plex Sans Light"/>
              <a:buNone/>
              <a:defRPr sz="2400">
                <a:solidFill>
                  <a:schemeClr val="dk1"/>
                </a:solidFill>
              </a:defRPr>
            </a:lvl3pPr>
            <a:lvl4pPr lvl="3" algn="ctr">
              <a:spcBef>
                <a:spcPts val="0"/>
              </a:spcBef>
              <a:spcAft>
                <a:spcPts val="0"/>
              </a:spcAft>
              <a:buClr>
                <a:schemeClr val="dk1"/>
              </a:buClr>
              <a:buSzPts val="2400"/>
              <a:buFont typeface="IBM Plex Sans Light"/>
              <a:buNone/>
              <a:defRPr sz="2400">
                <a:solidFill>
                  <a:schemeClr val="dk1"/>
                </a:solidFill>
              </a:defRPr>
            </a:lvl4pPr>
            <a:lvl5pPr lvl="4" algn="ctr">
              <a:spcBef>
                <a:spcPts val="0"/>
              </a:spcBef>
              <a:spcAft>
                <a:spcPts val="0"/>
              </a:spcAft>
              <a:buClr>
                <a:schemeClr val="dk1"/>
              </a:buClr>
              <a:buSzPts val="2400"/>
              <a:buFont typeface="IBM Plex Sans Light"/>
              <a:buNone/>
              <a:defRPr sz="2400">
                <a:solidFill>
                  <a:schemeClr val="dk1"/>
                </a:solidFill>
              </a:defRPr>
            </a:lvl5pPr>
            <a:lvl6pPr lvl="5" algn="ctr">
              <a:spcBef>
                <a:spcPts val="0"/>
              </a:spcBef>
              <a:spcAft>
                <a:spcPts val="0"/>
              </a:spcAft>
              <a:buClr>
                <a:schemeClr val="dk1"/>
              </a:buClr>
              <a:buSzPts val="2400"/>
              <a:buFont typeface="IBM Plex Sans Light"/>
              <a:buNone/>
              <a:defRPr sz="2400">
                <a:solidFill>
                  <a:schemeClr val="dk1"/>
                </a:solidFill>
              </a:defRPr>
            </a:lvl6pPr>
            <a:lvl7pPr lvl="6" algn="ctr">
              <a:spcBef>
                <a:spcPts val="0"/>
              </a:spcBef>
              <a:spcAft>
                <a:spcPts val="0"/>
              </a:spcAft>
              <a:buClr>
                <a:schemeClr val="dk1"/>
              </a:buClr>
              <a:buSzPts val="2400"/>
              <a:buFont typeface="IBM Plex Sans Light"/>
              <a:buNone/>
              <a:defRPr sz="2400">
                <a:solidFill>
                  <a:schemeClr val="dk1"/>
                </a:solidFill>
              </a:defRPr>
            </a:lvl7pPr>
            <a:lvl8pPr lvl="7" algn="ctr">
              <a:spcBef>
                <a:spcPts val="0"/>
              </a:spcBef>
              <a:spcAft>
                <a:spcPts val="0"/>
              </a:spcAft>
              <a:buClr>
                <a:schemeClr val="dk1"/>
              </a:buClr>
              <a:buSzPts val="2400"/>
              <a:buFont typeface="IBM Plex Sans Light"/>
              <a:buNone/>
              <a:defRPr sz="2400">
                <a:solidFill>
                  <a:schemeClr val="dk1"/>
                </a:solidFill>
              </a:defRPr>
            </a:lvl8pPr>
            <a:lvl9pPr lvl="8" algn="ctr">
              <a:spcBef>
                <a:spcPts val="0"/>
              </a:spcBef>
              <a:spcAft>
                <a:spcPts val="0"/>
              </a:spcAft>
              <a:buClr>
                <a:schemeClr val="dk1"/>
              </a:buClr>
              <a:buSzPts val="2400"/>
              <a:buFont typeface="IBM Plex Sans Light"/>
              <a:buNone/>
              <a:defRPr sz="2400">
                <a:solidFill>
                  <a:schemeClr val="dk1"/>
                </a:solidFill>
              </a:defRPr>
            </a:lvl9pPr>
          </a:lstStyle>
          <a:p/>
        </p:txBody>
      </p:sp>
      <p:sp>
        <p:nvSpPr>
          <p:cNvPr id="542" name="Google Shape;542;p64"/>
          <p:cNvSpPr txBox="1"/>
          <p:nvPr>
            <p:ph idx="5" type="title"/>
          </p:nvPr>
        </p:nvSpPr>
        <p:spPr>
          <a:xfrm>
            <a:off x="7277100" y="1490500"/>
            <a:ext cx="1359000" cy="7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IBM Plex Sans Light"/>
              <a:buNone/>
              <a:defRPr sz="2400"/>
            </a:lvl1pPr>
            <a:lvl2pPr lvl="1" algn="ctr">
              <a:spcBef>
                <a:spcPts val="0"/>
              </a:spcBef>
              <a:spcAft>
                <a:spcPts val="0"/>
              </a:spcAft>
              <a:buClr>
                <a:schemeClr val="dk1"/>
              </a:buClr>
              <a:buSzPts val="2400"/>
              <a:buFont typeface="IBM Plex Sans Light"/>
              <a:buNone/>
              <a:defRPr sz="2400">
                <a:solidFill>
                  <a:schemeClr val="dk1"/>
                </a:solidFill>
              </a:defRPr>
            </a:lvl2pPr>
            <a:lvl3pPr lvl="2" algn="ctr">
              <a:spcBef>
                <a:spcPts val="0"/>
              </a:spcBef>
              <a:spcAft>
                <a:spcPts val="0"/>
              </a:spcAft>
              <a:buClr>
                <a:schemeClr val="dk1"/>
              </a:buClr>
              <a:buSzPts val="2400"/>
              <a:buFont typeface="IBM Plex Sans Light"/>
              <a:buNone/>
              <a:defRPr sz="2400">
                <a:solidFill>
                  <a:schemeClr val="dk1"/>
                </a:solidFill>
              </a:defRPr>
            </a:lvl3pPr>
            <a:lvl4pPr lvl="3" algn="ctr">
              <a:spcBef>
                <a:spcPts val="0"/>
              </a:spcBef>
              <a:spcAft>
                <a:spcPts val="0"/>
              </a:spcAft>
              <a:buClr>
                <a:schemeClr val="dk1"/>
              </a:buClr>
              <a:buSzPts val="2400"/>
              <a:buFont typeface="IBM Plex Sans Light"/>
              <a:buNone/>
              <a:defRPr sz="2400">
                <a:solidFill>
                  <a:schemeClr val="dk1"/>
                </a:solidFill>
              </a:defRPr>
            </a:lvl4pPr>
            <a:lvl5pPr lvl="4" algn="ctr">
              <a:spcBef>
                <a:spcPts val="0"/>
              </a:spcBef>
              <a:spcAft>
                <a:spcPts val="0"/>
              </a:spcAft>
              <a:buClr>
                <a:schemeClr val="dk1"/>
              </a:buClr>
              <a:buSzPts val="2400"/>
              <a:buFont typeface="IBM Plex Sans Light"/>
              <a:buNone/>
              <a:defRPr sz="2400">
                <a:solidFill>
                  <a:schemeClr val="dk1"/>
                </a:solidFill>
              </a:defRPr>
            </a:lvl5pPr>
            <a:lvl6pPr lvl="5" algn="ctr">
              <a:spcBef>
                <a:spcPts val="0"/>
              </a:spcBef>
              <a:spcAft>
                <a:spcPts val="0"/>
              </a:spcAft>
              <a:buClr>
                <a:schemeClr val="dk1"/>
              </a:buClr>
              <a:buSzPts val="2400"/>
              <a:buFont typeface="IBM Plex Sans Light"/>
              <a:buNone/>
              <a:defRPr sz="2400">
                <a:solidFill>
                  <a:schemeClr val="dk1"/>
                </a:solidFill>
              </a:defRPr>
            </a:lvl6pPr>
            <a:lvl7pPr lvl="6" algn="ctr">
              <a:spcBef>
                <a:spcPts val="0"/>
              </a:spcBef>
              <a:spcAft>
                <a:spcPts val="0"/>
              </a:spcAft>
              <a:buClr>
                <a:schemeClr val="dk1"/>
              </a:buClr>
              <a:buSzPts val="2400"/>
              <a:buFont typeface="IBM Plex Sans Light"/>
              <a:buNone/>
              <a:defRPr sz="2400">
                <a:solidFill>
                  <a:schemeClr val="dk1"/>
                </a:solidFill>
              </a:defRPr>
            </a:lvl7pPr>
            <a:lvl8pPr lvl="7" algn="ctr">
              <a:spcBef>
                <a:spcPts val="0"/>
              </a:spcBef>
              <a:spcAft>
                <a:spcPts val="0"/>
              </a:spcAft>
              <a:buClr>
                <a:schemeClr val="dk1"/>
              </a:buClr>
              <a:buSzPts val="2400"/>
              <a:buFont typeface="IBM Plex Sans Light"/>
              <a:buNone/>
              <a:defRPr sz="2400">
                <a:solidFill>
                  <a:schemeClr val="dk1"/>
                </a:solidFill>
              </a:defRPr>
            </a:lvl8pPr>
            <a:lvl9pPr lvl="8" algn="ctr">
              <a:spcBef>
                <a:spcPts val="0"/>
              </a:spcBef>
              <a:spcAft>
                <a:spcPts val="0"/>
              </a:spcAft>
              <a:buClr>
                <a:schemeClr val="dk1"/>
              </a:buClr>
              <a:buSzPts val="2400"/>
              <a:buFont typeface="IBM Plex Sans Light"/>
              <a:buNone/>
              <a:defRPr sz="2400">
                <a:solidFill>
                  <a:schemeClr val="dk1"/>
                </a:solidFill>
              </a:defRPr>
            </a:lvl9pPr>
          </a:lstStyle>
          <a:p/>
        </p:txBody>
      </p:sp>
      <p:sp>
        <p:nvSpPr>
          <p:cNvPr id="543" name="Google Shape;543;p64"/>
          <p:cNvSpPr txBox="1"/>
          <p:nvPr>
            <p:ph idx="6"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544" name="Google Shape;544;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dk1"/>
                </a:solidFill>
              </a:defRPr>
            </a:lvl1pPr>
            <a:lvl2pPr lvl="1">
              <a:buNone/>
              <a:defRPr sz="1000">
                <a:solidFill>
                  <a:schemeClr val="dk1"/>
                </a:solidFill>
              </a:defRPr>
            </a:lvl2pPr>
            <a:lvl3pPr lvl="2">
              <a:buNone/>
              <a:defRPr sz="1000">
                <a:solidFill>
                  <a:schemeClr val="dk1"/>
                </a:solidFill>
              </a:defRPr>
            </a:lvl3pPr>
            <a:lvl4pPr lvl="3">
              <a:buNone/>
              <a:defRPr sz="1000">
                <a:solidFill>
                  <a:schemeClr val="dk1"/>
                </a:solidFill>
              </a:defRPr>
            </a:lvl4pPr>
            <a:lvl5pPr lvl="4">
              <a:buNone/>
              <a:defRPr sz="1000">
                <a:solidFill>
                  <a:schemeClr val="dk1"/>
                </a:solidFill>
              </a:defRPr>
            </a:lvl5pPr>
            <a:lvl6pPr lvl="5">
              <a:buNone/>
              <a:defRPr sz="1000">
                <a:solidFill>
                  <a:schemeClr val="dk1"/>
                </a:solidFill>
              </a:defRPr>
            </a:lvl6pPr>
            <a:lvl7pPr lvl="6">
              <a:buNone/>
              <a:defRPr sz="1000">
                <a:solidFill>
                  <a:schemeClr val="dk1"/>
                </a:solidFill>
              </a:defRPr>
            </a:lvl7pPr>
            <a:lvl8pPr lvl="7">
              <a:buNone/>
              <a:defRPr sz="1000">
                <a:solidFill>
                  <a:schemeClr val="dk1"/>
                </a:solidFill>
              </a:defRPr>
            </a:lvl8pPr>
            <a:lvl9pPr lvl="8">
              <a:buNone/>
              <a:defRPr sz="10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45" name="Google Shape;545;p64"/>
          <p:cNvSpPr txBox="1"/>
          <p:nvPr>
            <p:ph idx="1" type="subTitle"/>
          </p:nvPr>
        </p:nvSpPr>
        <p:spPr>
          <a:xfrm>
            <a:off x="520700" y="4444950"/>
            <a:ext cx="1359000" cy="43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100"/>
              <a:buFont typeface="IBM Plex Sans"/>
              <a:buNone/>
              <a:defRPr sz="1100">
                <a:latin typeface="IBM Plex Sans"/>
                <a:ea typeface="IBM Plex Sans"/>
                <a:cs typeface="IBM Plex Sans"/>
                <a:sym typeface="IBM Plex Sans"/>
              </a:defRPr>
            </a:lvl1pPr>
            <a:lvl2pPr lvl="1">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9pPr>
          </a:lstStyle>
          <a:p/>
        </p:txBody>
      </p:sp>
      <p:sp>
        <p:nvSpPr>
          <p:cNvPr id="546" name="Google Shape;546;p64"/>
          <p:cNvSpPr txBox="1"/>
          <p:nvPr>
            <p:ph idx="7" type="subTitle"/>
          </p:nvPr>
        </p:nvSpPr>
        <p:spPr>
          <a:xfrm>
            <a:off x="2209800" y="4444950"/>
            <a:ext cx="1359000" cy="43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100"/>
              <a:buFont typeface="IBM Plex Sans"/>
              <a:buNone/>
              <a:defRPr sz="1100">
                <a:latin typeface="IBM Plex Sans"/>
                <a:ea typeface="IBM Plex Sans"/>
                <a:cs typeface="IBM Plex Sans"/>
                <a:sym typeface="IBM Plex Sans"/>
              </a:defRPr>
            </a:lvl1pPr>
            <a:lvl2pPr lvl="1">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9pPr>
          </a:lstStyle>
          <a:p/>
        </p:txBody>
      </p:sp>
      <p:sp>
        <p:nvSpPr>
          <p:cNvPr id="547" name="Google Shape;547;p64"/>
          <p:cNvSpPr txBox="1"/>
          <p:nvPr>
            <p:ph idx="8" type="subTitle"/>
          </p:nvPr>
        </p:nvSpPr>
        <p:spPr>
          <a:xfrm>
            <a:off x="3898900" y="4444950"/>
            <a:ext cx="1359000" cy="43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100"/>
              <a:buFont typeface="IBM Plex Sans"/>
              <a:buNone/>
              <a:defRPr sz="1100">
                <a:latin typeface="IBM Plex Sans"/>
                <a:ea typeface="IBM Plex Sans"/>
                <a:cs typeface="IBM Plex Sans"/>
                <a:sym typeface="IBM Plex Sans"/>
              </a:defRPr>
            </a:lvl1pPr>
            <a:lvl2pPr lvl="1">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9pPr>
          </a:lstStyle>
          <a:p/>
        </p:txBody>
      </p:sp>
      <p:sp>
        <p:nvSpPr>
          <p:cNvPr id="548" name="Google Shape;548;p64"/>
          <p:cNvSpPr txBox="1"/>
          <p:nvPr>
            <p:ph idx="9" type="subTitle"/>
          </p:nvPr>
        </p:nvSpPr>
        <p:spPr>
          <a:xfrm>
            <a:off x="5588000" y="4444950"/>
            <a:ext cx="1359000" cy="43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100"/>
              <a:buFont typeface="IBM Plex Sans"/>
              <a:buNone/>
              <a:defRPr sz="1100">
                <a:latin typeface="IBM Plex Sans"/>
                <a:ea typeface="IBM Plex Sans"/>
                <a:cs typeface="IBM Plex Sans"/>
                <a:sym typeface="IBM Plex Sans"/>
              </a:defRPr>
            </a:lvl1pPr>
            <a:lvl2pPr lvl="1">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9pPr>
          </a:lstStyle>
          <a:p/>
        </p:txBody>
      </p:sp>
      <p:sp>
        <p:nvSpPr>
          <p:cNvPr id="549" name="Google Shape;549;p64"/>
          <p:cNvSpPr txBox="1"/>
          <p:nvPr>
            <p:ph idx="13" type="subTitle"/>
          </p:nvPr>
        </p:nvSpPr>
        <p:spPr>
          <a:xfrm>
            <a:off x="7277100" y="4444950"/>
            <a:ext cx="1359000" cy="437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100"/>
              <a:buFont typeface="IBM Plex Sans"/>
              <a:buNone/>
              <a:defRPr sz="1100">
                <a:latin typeface="IBM Plex Sans"/>
                <a:ea typeface="IBM Plex Sans"/>
                <a:cs typeface="IBM Plex Sans"/>
                <a:sym typeface="IBM Plex Sans"/>
              </a:defRPr>
            </a:lvl1pPr>
            <a:lvl2pPr lvl="1">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2pPr>
            <a:lvl3pPr lvl="2">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3pPr>
            <a:lvl4pPr lvl="3">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4pPr>
            <a:lvl5pPr lvl="4">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5pPr>
            <a:lvl6pPr lvl="5">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6pPr>
            <a:lvl7pPr lvl="6">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7pPr>
            <a:lvl8pPr lvl="7">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8pPr>
            <a:lvl9pPr lvl="8">
              <a:spcBef>
                <a:spcPts val="0"/>
              </a:spcBef>
              <a:spcAft>
                <a:spcPts val="0"/>
              </a:spcAft>
              <a:buClr>
                <a:schemeClr val="dk1"/>
              </a:buClr>
              <a:buSzPts val="1100"/>
              <a:buFont typeface="IBM Plex Sans"/>
              <a:buNone/>
              <a:defRPr sz="1100">
                <a:solidFill>
                  <a:schemeClr val="dk1"/>
                </a:solidFill>
                <a:latin typeface="IBM Plex Sans"/>
                <a:ea typeface="IBM Plex Sans"/>
                <a:cs typeface="IBM Plex Sans"/>
                <a:sym typeface="IBM Plex Sa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nual Budget">
  <p:cSld name="CUSTOM_26">
    <p:bg>
      <p:bgPr>
        <a:solidFill>
          <a:schemeClr val="accent2"/>
        </a:solidFill>
      </p:bgPr>
    </p:bg>
    <p:spTree>
      <p:nvGrpSpPr>
        <p:cNvPr id="550" name="Shape 550"/>
        <p:cNvGrpSpPr/>
        <p:nvPr/>
      </p:nvGrpSpPr>
      <p:grpSpPr>
        <a:xfrm>
          <a:off x="0" y="0"/>
          <a:ext cx="0" cy="0"/>
          <a:chOff x="0" y="0"/>
          <a:chExt cx="0" cy="0"/>
        </a:xfrm>
      </p:grpSpPr>
      <p:sp>
        <p:nvSpPr>
          <p:cNvPr id="551" name="Google Shape;551;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
        <p:nvSpPr>
          <p:cNvPr id="552" name="Google Shape;552;p65"/>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553" name="Google Shape;553;p65"/>
          <p:cNvSpPr txBox="1"/>
          <p:nvPr>
            <p:ph idx="1" type="subTitle"/>
          </p:nvPr>
        </p:nvSpPr>
        <p:spPr>
          <a:xfrm>
            <a:off x="421525" y="30099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54" name="Google Shape;554;p65"/>
          <p:cNvSpPr txBox="1"/>
          <p:nvPr>
            <p:ph idx="2" type="subTitle"/>
          </p:nvPr>
        </p:nvSpPr>
        <p:spPr>
          <a:xfrm>
            <a:off x="421525" y="43307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55" name="Google Shape;555;p65"/>
          <p:cNvSpPr txBox="1"/>
          <p:nvPr>
            <p:ph idx="3" type="body"/>
          </p:nvPr>
        </p:nvSpPr>
        <p:spPr>
          <a:xfrm>
            <a:off x="432925" y="3524825"/>
            <a:ext cx="2043300" cy="88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56" name="Google Shape;556;p65"/>
          <p:cNvSpPr txBox="1"/>
          <p:nvPr>
            <p:ph idx="4" type="subTitle"/>
          </p:nvPr>
        </p:nvSpPr>
        <p:spPr>
          <a:xfrm>
            <a:off x="2487625" y="30099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57" name="Google Shape;557;p65"/>
          <p:cNvSpPr txBox="1"/>
          <p:nvPr>
            <p:ph idx="5" type="subTitle"/>
          </p:nvPr>
        </p:nvSpPr>
        <p:spPr>
          <a:xfrm>
            <a:off x="2487625" y="43307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58" name="Google Shape;558;p65"/>
          <p:cNvSpPr txBox="1"/>
          <p:nvPr>
            <p:ph idx="6" type="body"/>
          </p:nvPr>
        </p:nvSpPr>
        <p:spPr>
          <a:xfrm>
            <a:off x="2499025" y="3524825"/>
            <a:ext cx="2043300" cy="88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59" name="Google Shape;559;p65"/>
          <p:cNvSpPr txBox="1"/>
          <p:nvPr>
            <p:ph idx="7" type="subTitle"/>
          </p:nvPr>
        </p:nvSpPr>
        <p:spPr>
          <a:xfrm>
            <a:off x="4565125" y="30099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0" name="Google Shape;560;p65"/>
          <p:cNvSpPr txBox="1"/>
          <p:nvPr>
            <p:ph idx="8" type="subTitle"/>
          </p:nvPr>
        </p:nvSpPr>
        <p:spPr>
          <a:xfrm>
            <a:off x="4565125" y="43307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1" name="Google Shape;561;p65"/>
          <p:cNvSpPr txBox="1"/>
          <p:nvPr>
            <p:ph idx="9" type="body"/>
          </p:nvPr>
        </p:nvSpPr>
        <p:spPr>
          <a:xfrm>
            <a:off x="4576525" y="3524825"/>
            <a:ext cx="2043300" cy="88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62" name="Google Shape;562;p65"/>
          <p:cNvSpPr txBox="1"/>
          <p:nvPr>
            <p:ph idx="13" type="subTitle"/>
          </p:nvPr>
        </p:nvSpPr>
        <p:spPr>
          <a:xfrm>
            <a:off x="6631225" y="30099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3" name="Google Shape;563;p65"/>
          <p:cNvSpPr txBox="1"/>
          <p:nvPr>
            <p:ph idx="14" type="subTitle"/>
          </p:nvPr>
        </p:nvSpPr>
        <p:spPr>
          <a:xfrm>
            <a:off x="6631225" y="4330700"/>
            <a:ext cx="2066100" cy="393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4" name="Google Shape;564;p65"/>
          <p:cNvSpPr txBox="1"/>
          <p:nvPr>
            <p:ph idx="15" type="body"/>
          </p:nvPr>
        </p:nvSpPr>
        <p:spPr>
          <a:xfrm>
            <a:off x="6642625" y="3524825"/>
            <a:ext cx="2043300" cy="88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65" name="Google Shape;565;p65"/>
          <p:cNvSpPr txBox="1"/>
          <p:nvPr>
            <p:ph idx="16" type="subTitle"/>
          </p:nvPr>
        </p:nvSpPr>
        <p:spPr>
          <a:xfrm>
            <a:off x="410125" y="1776186"/>
            <a:ext cx="1455900" cy="7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1pPr>
            <a:lvl2pPr lvl="1"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2pPr>
            <a:lvl3pPr lvl="2"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3pPr>
            <a:lvl4pPr lvl="3"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4pPr>
            <a:lvl5pPr lvl="4"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5pPr>
            <a:lvl6pPr lvl="5"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6pPr>
            <a:lvl7pPr lvl="6"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7pPr>
            <a:lvl8pPr lvl="7"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8pPr>
            <a:lvl9pPr lvl="8"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9pPr>
          </a:lstStyle>
          <a:p/>
        </p:txBody>
      </p:sp>
      <p:sp>
        <p:nvSpPr>
          <p:cNvPr id="566" name="Google Shape;566;p65"/>
          <p:cNvSpPr txBox="1"/>
          <p:nvPr>
            <p:ph idx="17" type="subTitle"/>
          </p:nvPr>
        </p:nvSpPr>
        <p:spPr>
          <a:xfrm>
            <a:off x="2474000" y="1776186"/>
            <a:ext cx="1455900" cy="7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1pPr>
            <a:lvl2pPr lvl="1"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2pPr>
            <a:lvl3pPr lvl="2"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3pPr>
            <a:lvl4pPr lvl="3"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4pPr>
            <a:lvl5pPr lvl="4"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5pPr>
            <a:lvl6pPr lvl="5"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6pPr>
            <a:lvl7pPr lvl="6"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7pPr>
            <a:lvl8pPr lvl="7"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8pPr>
            <a:lvl9pPr lvl="8"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9pPr>
          </a:lstStyle>
          <a:p/>
        </p:txBody>
      </p:sp>
      <p:sp>
        <p:nvSpPr>
          <p:cNvPr id="567" name="Google Shape;567;p65"/>
          <p:cNvSpPr txBox="1"/>
          <p:nvPr>
            <p:ph idx="18" type="subTitle"/>
          </p:nvPr>
        </p:nvSpPr>
        <p:spPr>
          <a:xfrm>
            <a:off x="4559425" y="1776186"/>
            <a:ext cx="1455900" cy="7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1pPr>
            <a:lvl2pPr lvl="1"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2pPr>
            <a:lvl3pPr lvl="2"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3pPr>
            <a:lvl4pPr lvl="3"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4pPr>
            <a:lvl5pPr lvl="4"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5pPr>
            <a:lvl6pPr lvl="5"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6pPr>
            <a:lvl7pPr lvl="6"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7pPr>
            <a:lvl8pPr lvl="7"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8pPr>
            <a:lvl9pPr lvl="8"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9pPr>
          </a:lstStyle>
          <a:p/>
        </p:txBody>
      </p:sp>
      <p:sp>
        <p:nvSpPr>
          <p:cNvPr id="568" name="Google Shape;568;p65"/>
          <p:cNvSpPr txBox="1"/>
          <p:nvPr>
            <p:ph idx="19" type="subTitle"/>
          </p:nvPr>
        </p:nvSpPr>
        <p:spPr>
          <a:xfrm>
            <a:off x="6631225" y="1776186"/>
            <a:ext cx="1455900" cy="7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1pPr>
            <a:lvl2pPr lvl="1"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2pPr>
            <a:lvl3pPr lvl="2"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3pPr>
            <a:lvl4pPr lvl="3"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4pPr>
            <a:lvl5pPr lvl="4"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5pPr>
            <a:lvl6pPr lvl="5"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6pPr>
            <a:lvl7pPr lvl="6"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7pPr>
            <a:lvl8pPr lvl="7"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8pPr>
            <a:lvl9pPr lvl="8" algn="ctr">
              <a:spcBef>
                <a:spcPts val="0"/>
              </a:spcBef>
              <a:spcAft>
                <a:spcPts val="0"/>
              </a:spcAft>
              <a:buClr>
                <a:schemeClr val="lt2"/>
              </a:buClr>
              <a:buSzPts val="1400"/>
              <a:buFont typeface="IBM Plex Sans Light"/>
              <a:buNone/>
              <a:defRPr>
                <a:solidFill>
                  <a:schemeClr val="lt2"/>
                </a:solidFill>
                <a:latin typeface="IBM Plex Sans Light"/>
                <a:ea typeface="IBM Plex Sans Light"/>
                <a:cs typeface="IBM Plex Sans Light"/>
                <a:sym typeface="IBM Plex Sans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s Content">
  <p:cSld name="CUSTOM_18">
    <p:bg>
      <p:bgPr>
        <a:solidFill>
          <a:schemeClr val="dk1"/>
        </a:solidFill>
      </p:bgPr>
    </p:bg>
    <p:spTree>
      <p:nvGrpSpPr>
        <p:cNvPr id="569" name="Shape 569"/>
        <p:cNvGrpSpPr/>
        <p:nvPr/>
      </p:nvGrpSpPr>
      <p:grpSpPr>
        <a:xfrm>
          <a:off x="0" y="0"/>
          <a:ext cx="0" cy="0"/>
          <a:chOff x="0" y="0"/>
          <a:chExt cx="0" cy="0"/>
        </a:xfrm>
      </p:grpSpPr>
      <p:sp>
        <p:nvSpPr>
          <p:cNvPr id="570" name="Google Shape;570;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71" name="Google Shape;571;p66"/>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None/>
              <a:defRPr>
                <a:solidFill>
                  <a:schemeClr val="lt1"/>
                </a:solidFill>
              </a:defRPr>
            </a:lvl1pPr>
            <a:lvl2pPr lvl="1">
              <a:spcBef>
                <a:spcPts val="0"/>
              </a:spcBef>
              <a:spcAft>
                <a:spcPts val="0"/>
              </a:spcAft>
              <a:buClr>
                <a:schemeClr val="lt1"/>
              </a:buClr>
              <a:buSzPts val="5000"/>
              <a:buNone/>
              <a:defRPr>
                <a:solidFill>
                  <a:schemeClr val="lt1"/>
                </a:solidFill>
              </a:defRPr>
            </a:lvl2pPr>
            <a:lvl3pPr lvl="2">
              <a:spcBef>
                <a:spcPts val="0"/>
              </a:spcBef>
              <a:spcAft>
                <a:spcPts val="0"/>
              </a:spcAft>
              <a:buClr>
                <a:schemeClr val="lt1"/>
              </a:buClr>
              <a:buSzPts val="5000"/>
              <a:buNone/>
              <a:defRPr>
                <a:solidFill>
                  <a:schemeClr val="lt1"/>
                </a:solidFill>
              </a:defRPr>
            </a:lvl3pPr>
            <a:lvl4pPr lvl="3">
              <a:spcBef>
                <a:spcPts val="0"/>
              </a:spcBef>
              <a:spcAft>
                <a:spcPts val="0"/>
              </a:spcAft>
              <a:buClr>
                <a:schemeClr val="lt1"/>
              </a:buClr>
              <a:buSzPts val="5000"/>
              <a:buNone/>
              <a:defRPr>
                <a:solidFill>
                  <a:schemeClr val="lt1"/>
                </a:solidFill>
              </a:defRPr>
            </a:lvl4pPr>
            <a:lvl5pPr lvl="4">
              <a:spcBef>
                <a:spcPts val="0"/>
              </a:spcBef>
              <a:spcAft>
                <a:spcPts val="0"/>
              </a:spcAft>
              <a:buClr>
                <a:schemeClr val="lt1"/>
              </a:buClr>
              <a:buSzPts val="5000"/>
              <a:buNone/>
              <a:defRPr>
                <a:solidFill>
                  <a:schemeClr val="lt1"/>
                </a:solidFill>
              </a:defRPr>
            </a:lvl5pPr>
            <a:lvl6pPr lvl="5">
              <a:spcBef>
                <a:spcPts val="0"/>
              </a:spcBef>
              <a:spcAft>
                <a:spcPts val="0"/>
              </a:spcAft>
              <a:buClr>
                <a:schemeClr val="lt1"/>
              </a:buClr>
              <a:buSzPts val="5000"/>
              <a:buNone/>
              <a:defRPr>
                <a:solidFill>
                  <a:schemeClr val="lt1"/>
                </a:solidFill>
              </a:defRPr>
            </a:lvl6pPr>
            <a:lvl7pPr lvl="6">
              <a:spcBef>
                <a:spcPts val="0"/>
              </a:spcBef>
              <a:spcAft>
                <a:spcPts val="0"/>
              </a:spcAft>
              <a:buClr>
                <a:schemeClr val="lt1"/>
              </a:buClr>
              <a:buSzPts val="5000"/>
              <a:buNone/>
              <a:defRPr>
                <a:solidFill>
                  <a:schemeClr val="lt1"/>
                </a:solidFill>
              </a:defRPr>
            </a:lvl7pPr>
            <a:lvl8pPr lvl="7">
              <a:spcBef>
                <a:spcPts val="0"/>
              </a:spcBef>
              <a:spcAft>
                <a:spcPts val="0"/>
              </a:spcAft>
              <a:buClr>
                <a:schemeClr val="lt1"/>
              </a:buClr>
              <a:buSzPts val="5000"/>
              <a:buNone/>
              <a:defRPr>
                <a:solidFill>
                  <a:schemeClr val="lt1"/>
                </a:solidFill>
              </a:defRPr>
            </a:lvl8pPr>
            <a:lvl9pPr lvl="8">
              <a:spcBef>
                <a:spcPts val="0"/>
              </a:spcBef>
              <a:spcAft>
                <a:spcPts val="0"/>
              </a:spcAft>
              <a:buClr>
                <a:schemeClr val="lt1"/>
              </a:buClr>
              <a:buSzPts val="5000"/>
              <a:buNone/>
              <a:defRPr>
                <a:solidFill>
                  <a:schemeClr val="lt1"/>
                </a:solidFill>
              </a:defRPr>
            </a:lvl9pPr>
          </a:lstStyle>
          <a:p/>
        </p:txBody>
      </p:sp>
      <p:sp>
        <p:nvSpPr>
          <p:cNvPr id="572" name="Google Shape;572;p66"/>
          <p:cNvSpPr txBox="1"/>
          <p:nvPr>
            <p:ph idx="1" type="body"/>
          </p:nvPr>
        </p:nvSpPr>
        <p:spPr>
          <a:xfrm>
            <a:off x="779850" y="1682050"/>
            <a:ext cx="3252300" cy="704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73" name="Google Shape;573;p66"/>
          <p:cNvSpPr txBox="1"/>
          <p:nvPr>
            <p:ph idx="2" type="title"/>
          </p:nvPr>
        </p:nvSpPr>
        <p:spPr>
          <a:xfrm>
            <a:off x="779850" y="1261725"/>
            <a:ext cx="32523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574" name="Google Shape;574;p66"/>
          <p:cNvSpPr txBox="1"/>
          <p:nvPr>
            <p:ph idx="3" type="body"/>
          </p:nvPr>
        </p:nvSpPr>
        <p:spPr>
          <a:xfrm>
            <a:off x="779850" y="2807075"/>
            <a:ext cx="3252300" cy="704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75" name="Google Shape;575;p66"/>
          <p:cNvSpPr txBox="1"/>
          <p:nvPr>
            <p:ph idx="4" type="title"/>
          </p:nvPr>
        </p:nvSpPr>
        <p:spPr>
          <a:xfrm>
            <a:off x="779850" y="2386750"/>
            <a:ext cx="32523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576" name="Google Shape;576;p66"/>
          <p:cNvSpPr txBox="1"/>
          <p:nvPr>
            <p:ph idx="5" type="body"/>
          </p:nvPr>
        </p:nvSpPr>
        <p:spPr>
          <a:xfrm>
            <a:off x="779850" y="3932100"/>
            <a:ext cx="3252300" cy="704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77" name="Google Shape;577;p66"/>
          <p:cNvSpPr txBox="1"/>
          <p:nvPr>
            <p:ph idx="6" type="title"/>
          </p:nvPr>
        </p:nvSpPr>
        <p:spPr>
          <a:xfrm>
            <a:off x="779850" y="3511775"/>
            <a:ext cx="32523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578" name="Google Shape;578;p66"/>
          <p:cNvSpPr/>
          <p:nvPr>
            <p:ph idx="7" type="pic"/>
          </p:nvPr>
        </p:nvSpPr>
        <p:spPr>
          <a:xfrm>
            <a:off x="4632975" y="1261725"/>
            <a:ext cx="4383600" cy="3736200"/>
          </a:xfrm>
          <a:prstGeom prst="rect">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ents with Date">
  <p:cSld name="CUSTOM_19">
    <p:bg>
      <p:bgPr>
        <a:solidFill>
          <a:schemeClr val="accent2"/>
        </a:solidFill>
      </p:bgPr>
    </p:bg>
    <p:spTree>
      <p:nvGrpSpPr>
        <p:cNvPr id="579" name="Shape 579"/>
        <p:cNvGrpSpPr/>
        <p:nvPr/>
      </p:nvGrpSpPr>
      <p:grpSpPr>
        <a:xfrm>
          <a:off x="0" y="0"/>
          <a:ext cx="0" cy="0"/>
          <a:chOff x="0" y="0"/>
          <a:chExt cx="0" cy="0"/>
        </a:xfrm>
      </p:grpSpPr>
      <p:sp>
        <p:nvSpPr>
          <p:cNvPr id="580" name="Google Shape;580;p67"/>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581" name="Google Shape;581;p67"/>
          <p:cNvSpPr txBox="1"/>
          <p:nvPr>
            <p:ph idx="1" type="subTitle"/>
          </p:nvPr>
        </p:nvSpPr>
        <p:spPr>
          <a:xfrm>
            <a:off x="358900" y="1528687"/>
            <a:ext cx="20118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582" name="Google Shape;582;p67"/>
          <p:cNvSpPr txBox="1"/>
          <p:nvPr>
            <p:ph idx="2" type="body"/>
          </p:nvPr>
        </p:nvSpPr>
        <p:spPr>
          <a:xfrm>
            <a:off x="343150" y="2665500"/>
            <a:ext cx="20433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83" name="Google Shape;583;p67"/>
          <p:cNvSpPr txBox="1"/>
          <p:nvPr>
            <p:ph idx="3" type="subTitle"/>
          </p:nvPr>
        </p:nvSpPr>
        <p:spPr>
          <a:xfrm>
            <a:off x="374650" y="2228013"/>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584" name="Google Shape;584;p67"/>
          <p:cNvSpPr txBox="1"/>
          <p:nvPr>
            <p:ph idx="4" type="subTitle"/>
          </p:nvPr>
        </p:nvSpPr>
        <p:spPr>
          <a:xfrm>
            <a:off x="2503300" y="1528687"/>
            <a:ext cx="20118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585" name="Google Shape;585;p67"/>
          <p:cNvSpPr txBox="1"/>
          <p:nvPr>
            <p:ph idx="5" type="body"/>
          </p:nvPr>
        </p:nvSpPr>
        <p:spPr>
          <a:xfrm>
            <a:off x="2487550" y="2665500"/>
            <a:ext cx="20433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86" name="Google Shape;586;p67"/>
          <p:cNvSpPr txBox="1"/>
          <p:nvPr>
            <p:ph idx="6" type="subTitle"/>
          </p:nvPr>
        </p:nvSpPr>
        <p:spPr>
          <a:xfrm>
            <a:off x="2519050" y="2228013"/>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587" name="Google Shape;587;p67"/>
          <p:cNvSpPr txBox="1"/>
          <p:nvPr>
            <p:ph idx="7" type="subTitle"/>
          </p:nvPr>
        </p:nvSpPr>
        <p:spPr>
          <a:xfrm>
            <a:off x="4647700" y="1528687"/>
            <a:ext cx="20118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588" name="Google Shape;588;p67"/>
          <p:cNvSpPr txBox="1"/>
          <p:nvPr>
            <p:ph idx="8" type="body"/>
          </p:nvPr>
        </p:nvSpPr>
        <p:spPr>
          <a:xfrm>
            <a:off x="4631950" y="2665500"/>
            <a:ext cx="20433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89" name="Google Shape;589;p67"/>
          <p:cNvSpPr txBox="1"/>
          <p:nvPr>
            <p:ph idx="9" type="subTitle"/>
          </p:nvPr>
        </p:nvSpPr>
        <p:spPr>
          <a:xfrm>
            <a:off x="4663450" y="2228013"/>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590" name="Google Shape;590;p67"/>
          <p:cNvSpPr txBox="1"/>
          <p:nvPr>
            <p:ph idx="13" type="subTitle"/>
          </p:nvPr>
        </p:nvSpPr>
        <p:spPr>
          <a:xfrm>
            <a:off x="6792100" y="1528687"/>
            <a:ext cx="20118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591" name="Google Shape;591;p67"/>
          <p:cNvSpPr txBox="1"/>
          <p:nvPr>
            <p:ph idx="14" type="body"/>
          </p:nvPr>
        </p:nvSpPr>
        <p:spPr>
          <a:xfrm>
            <a:off x="6776350" y="2665500"/>
            <a:ext cx="20433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92" name="Google Shape;592;p67"/>
          <p:cNvSpPr txBox="1"/>
          <p:nvPr>
            <p:ph idx="15" type="subTitle"/>
          </p:nvPr>
        </p:nvSpPr>
        <p:spPr>
          <a:xfrm>
            <a:off x="6807850" y="2228013"/>
            <a:ext cx="20118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593" name="Google Shape;593;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p:cSld name="CUSTOM_19_1">
    <p:bg>
      <p:bgPr>
        <a:solidFill>
          <a:schemeClr val="accent2"/>
        </a:solidFill>
      </p:bgPr>
    </p:bg>
    <p:spTree>
      <p:nvGrpSpPr>
        <p:cNvPr id="594" name="Shape 594"/>
        <p:cNvGrpSpPr/>
        <p:nvPr/>
      </p:nvGrpSpPr>
      <p:grpSpPr>
        <a:xfrm>
          <a:off x="0" y="0"/>
          <a:ext cx="0" cy="0"/>
          <a:chOff x="0" y="0"/>
          <a:chExt cx="0" cy="0"/>
        </a:xfrm>
      </p:grpSpPr>
      <p:sp>
        <p:nvSpPr>
          <p:cNvPr id="595" name="Google Shape;595;p68"/>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596" name="Google Shape;596;p68"/>
          <p:cNvSpPr txBox="1"/>
          <p:nvPr>
            <p:ph idx="1" type="subTitle"/>
          </p:nvPr>
        </p:nvSpPr>
        <p:spPr>
          <a:xfrm>
            <a:off x="462727" y="1300075"/>
            <a:ext cx="21114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597" name="Google Shape;597;p68"/>
          <p:cNvSpPr txBox="1"/>
          <p:nvPr>
            <p:ph idx="2" type="body"/>
          </p:nvPr>
        </p:nvSpPr>
        <p:spPr>
          <a:xfrm>
            <a:off x="446198" y="2436893"/>
            <a:ext cx="21444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598" name="Google Shape;598;p68"/>
          <p:cNvSpPr txBox="1"/>
          <p:nvPr>
            <p:ph idx="3" type="subTitle"/>
          </p:nvPr>
        </p:nvSpPr>
        <p:spPr>
          <a:xfrm>
            <a:off x="479256" y="1999404"/>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599" name="Google Shape;599;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
        <p:nvSpPr>
          <p:cNvPr id="600" name="Google Shape;600;p68"/>
          <p:cNvSpPr txBox="1"/>
          <p:nvPr>
            <p:ph idx="4" type="subTitle"/>
          </p:nvPr>
        </p:nvSpPr>
        <p:spPr>
          <a:xfrm>
            <a:off x="3706752" y="1300075"/>
            <a:ext cx="21114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601" name="Google Shape;601;p68"/>
          <p:cNvSpPr txBox="1"/>
          <p:nvPr>
            <p:ph idx="5" type="body"/>
          </p:nvPr>
        </p:nvSpPr>
        <p:spPr>
          <a:xfrm>
            <a:off x="3690223" y="2436893"/>
            <a:ext cx="21444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02" name="Google Shape;602;p68"/>
          <p:cNvSpPr txBox="1"/>
          <p:nvPr>
            <p:ph idx="6" type="subTitle"/>
          </p:nvPr>
        </p:nvSpPr>
        <p:spPr>
          <a:xfrm>
            <a:off x="3723281" y="1999404"/>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03" name="Google Shape;603;p68"/>
          <p:cNvSpPr txBox="1"/>
          <p:nvPr>
            <p:ph idx="7" type="subTitle"/>
          </p:nvPr>
        </p:nvSpPr>
        <p:spPr>
          <a:xfrm>
            <a:off x="6558553" y="1300075"/>
            <a:ext cx="2111400" cy="5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1pPr>
            <a:lvl2pPr lvl="1">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2pPr>
            <a:lvl3pPr lvl="2">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3pPr>
            <a:lvl4pPr lvl="3">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4pPr>
            <a:lvl5pPr lvl="4">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5pPr>
            <a:lvl6pPr lvl="5">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6pPr>
            <a:lvl7pPr lvl="6">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7pPr>
            <a:lvl8pPr lvl="7">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8pPr>
            <a:lvl9pPr lvl="8">
              <a:spcBef>
                <a:spcPts val="0"/>
              </a:spcBef>
              <a:spcAft>
                <a:spcPts val="0"/>
              </a:spcAft>
              <a:buClr>
                <a:schemeClr val="lt2"/>
              </a:buClr>
              <a:buSzPts val="2000"/>
              <a:buFont typeface="IBM Plex Sans"/>
              <a:buNone/>
              <a:defRPr sz="2000">
                <a:solidFill>
                  <a:schemeClr val="lt2"/>
                </a:solidFill>
                <a:latin typeface="IBM Plex Sans"/>
                <a:ea typeface="IBM Plex Sans"/>
                <a:cs typeface="IBM Plex Sans"/>
                <a:sym typeface="IBM Plex Sans"/>
              </a:defRPr>
            </a:lvl9pPr>
          </a:lstStyle>
          <a:p/>
        </p:txBody>
      </p:sp>
      <p:sp>
        <p:nvSpPr>
          <p:cNvPr id="604" name="Google Shape;604;p68"/>
          <p:cNvSpPr txBox="1"/>
          <p:nvPr>
            <p:ph idx="8" type="body"/>
          </p:nvPr>
        </p:nvSpPr>
        <p:spPr>
          <a:xfrm>
            <a:off x="6542024" y="2436893"/>
            <a:ext cx="2144400" cy="13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05" name="Google Shape;605;p68"/>
          <p:cNvSpPr txBox="1"/>
          <p:nvPr>
            <p:ph idx="9" type="subTitle"/>
          </p:nvPr>
        </p:nvSpPr>
        <p:spPr>
          <a:xfrm>
            <a:off x="6575082" y="1999404"/>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mpaign Customer Journey">
  <p:cSld name="CUSTOM_19_1_1">
    <p:bg>
      <p:bgPr>
        <a:solidFill>
          <a:schemeClr val="accent2"/>
        </a:solidFill>
      </p:bgPr>
    </p:bg>
    <p:spTree>
      <p:nvGrpSpPr>
        <p:cNvPr id="606" name="Shape 606"/>
        <p:cNvGrpSpPr/>
        <p:nvPr/>
      </p:nvGrpSpPr>
      <p:grpSpPr>
        <a:xfrm>
          <a:off x="0" y="0"/>
          <a:ext cx="0" cy="0"/>
          <a:chOff x="0" y="0"/>
          <a:chExt cx="0" cy="0"/>
        </a:xfrm>
      </p:grpSpPr>
      <p:cxnSp>
        <p:nvCxnSpPr>
          <p:cNvPr id="607" name="Google Shape;607;p69"/>
          <p:cNvCxnSpPr/>
          <p:nvPr/>
        </p:nvCxnSpPr>
        <p:spPr>
          <a:xfrm>
            <a:off x="2811716" y="4314550"/>
            <a:ext cx="2814300" cy="0"/>
          </a:xfrm>
          <a:prstGeom prst="straightConnector1">
            <a:avLst/>
          </a:prstGeom>
          <a:noFill/>
          <a:ln cap="flat" cmpd="sng" w="19050">
            <a:solidFill>
              <a:schemeClr val="accent1"/>
            </a:solidFill>
            <a:prstDash val="solid"/>
            <a:round/>
            <a:headEnd len="med" w="med" type="none"/>
            <a:tailEnd len="med" w="med" type="oval"/>
          </a:ln>
        </p:spPr>
      </p:cxnSp>
      <p:cxnSp>
        <p:nvCxnSpPr>
          <p:cNvPr id="608" name="Google Shape;608;p69"/>
          <p:cNvCxnSpPr/>
          <p:nvPr/>
        </p:nvCxnSpPr>
        <p:spPr>
          <a:xfrm>
            <a:off x="2120250" y="3674150"/>
            <a:ext cx="3505800" cy="0"/>
          </a:xfrm>
          <a:prstGeom prst="straightConnector1">
            <a:avLst/>
          </a:prstGeom>
          <a:noFill/>
          <a:ln cap="flat" cmpd="sng" w="19050">
            <a:solidFill>
              <a:schemeClr val="accent1"/>
            </a:solidFill>
            <a:prstDash val="solid"/>
            <a:round/>
            <a:headEnd len="med" w="med" type="none"/>
            <a:tailEnd len="med" w="med" type="oval"/>
          </a:ln>
        </p:spPr>
      </p:cxnSp>
      <p:cxnSp>
        <p:nvCxnSpPr>
          <p:cNvPr id="609" name="Google Shape;609;p69"/>
          <p:cNvCxnSpPr/>
          <p:nvPr/>
        </p:nvCxnSpPr>
        <p:spPr>
          <a:xfrm>
            <a:off x="4803168" y="1780800"/>
            <a:ext cx="822600" cy="0"/>
          </a:xfrm>
          <a:prstGeom prst="straightConnector1">
            <a:avLst/>
          </a:prstGeom>
          <a:noFill/>
          <a:ln cap="flat" cmpd="sng" w="19050">
            <a:solidFill>
              <a:schemeClr val="accent1"/>
            </a:solidFill>
            <a:prstDash val="solid"/>
            <a:round/>
            <a:headEnd len="med" w="med" type="none"/>
            <a:tailEnd len="med" w="med" type="oval"/>
          </a:ln>
        </p:spPr>
      </p:cxnSp>
      <p:cxnSp>
        <p:nvCxnSpPr>
          <p:cNvPr id="610" name="Google Shape;610;p69"/>
          <p:cNvCxnSpPr/>
          <p:nvPr/>
        </p:nvCxnSpPr>
        <p:spPr>
          <a:xfrm>
            <a:off x="4471256" y="2393300"/>
            <a:ext cx="1154700" cy="0"/>
          </a:xfrm>
          <a:prstGeom prst="straightConnector1">
            <a:avLst/>
          </a:prstGeom>
          <a:noFill/>
          <a:ln cap="flat" cmpd="sng" w="19050">
            <a:solidFill>
              <a:schemeClr val="accent1"/>
            </a:solidFill>
            <a:prstDash val="solid"/>
            <a:round/>
            <a:headEnd len="med" w="med" type="none"/>
            <a:tailEnd len="med" w="med" type="oval"/>
          </a:ln>
        </p:spPr>
      </p:cxnSp>
      <p:cxnSp>
        <p:nvCxnSpPr>
          <p:cNvPr id="611" name="Google Shape;611;p69"/>
          <p:cNvCxnSpPr/>
          <p:nvPr/>
        </p:nvCxnSpPr>
        <p:spPr>
          <a:xfrm>
            <a:off x="4086587" y="3033775"/>
            <a:ext cx="1539300" cy="0"/>
          </a:xfrm>
          <a:prstGeom prst="straightConnector1">
            <a:avLst/>
          </a:prstGeom>
          <a:noFill/>
          <a:ln cap="flat" cmpd="sng" w="19050">
            <a:solidFill>
              <a:schemeClr val="accent1"/>
            </a:solidFill>
            <a:prstDash val="solid"/>
            <a:round/>
            <a:headEnd len="med" w="med" type="none"/>
            <a:tailEnd len="med" w="med" type="oval"/>
          </a:ln>
        </p:spPr>
      </p:cxnSp>
      <p:sp>
        <p:nvSpPr>
          <p:cNvPr id="612" name="Google Shape;612;p69"/>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613" name="Google Shape;613;p6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
        <p:nvSpPr>
          <p:cNvPr id="614" name="Google Shape;614;p69"/>
          <p:cNvSpPr/>
          <p:nvPr/>
        </p:nvSpPr>
        <p:spPr>
          <a:xfrm rot="10800000">
            <a:off x="747950" y="1432675"/>
            <a:ext cx="4286700" cy="3202200"/>
          </a:xfrm>
          <a:prstGeom prst="trapezoid">
            <a:avLst>
              <a:gd fmla="val 5092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
        <p:nvSpPr>
          <p:cNvPr id="615" name="Google Shape;615;p69"/>
          <p:cNvSpPr txBox="1"/>
          <p:nvPr>
            <p:ph idx="1" type="subTitle"/>
          </p:nvPr>
        </p:nvSpPr>
        <p:spPr>
          <a:xfrm>
            <a:off x="1777875" y="3354050"/>
            <a:ext cx="2234100" cy="64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None/>
              <a:defRPr>
                <a:solidFill>
                  <a:schemeClr val="lt1"/>
                </a:solidFill>
              </a:defRPr>
            </a:lvl1pPr>
            <a:lvl2pPr lvl="1" algn="ctr">
              <a:spcBef>
                <a:spcPts val="0"/>
              </a:spcBef>
              <a:spcAft>
                <a:spcPts val="0"/>
              </a:spcAft>
              <a:buClr>
                <a:schemeClr val="lt1"/>
              </a:buClr>
              <a:buSzPts val="1400"/>
              <a:buNone/>
              <a:defRPr>
                <a:solidFill>
                  <a:schemeClr val="lt1"/>
                </a:solidFill>
              </a:defRPr>
            </a:lvl2pPr>
            <a:lvl3pPr lvl="2" algn="ctr">
              <a:spcBef>
                <a:spcPts val="0"/>
              </a:spcBef>
              <a:spcAft>
                <a:spcPts val="0"/>
              </a:spcAft>
              <a:buClr>
                <a:schemeClr val="lt1"/>
              </a:buClr>
              <a:buSzPts val="1400"/>
              <a:buNone/>
              <a:defRPr>
                <a:solidFill>
                  <a:schemeClr val="lt1"/>
                </a:solidFill>
              </a:defRPr>
            </a:lvl3pPr>
            <a:lvl4pPr lvl="3" algn="ctr">
              <a:spcBef>
                <a:spcPts val="0"/>
              </a:spcBef>
              <a:spcAft>
                <a:spcPts val="0"/>
              </a:spcAft>
              <a:buClr>
                <a:schemeClr val="lt1"/>
              </a:buClr>
              <a:buSzPts val="1400"/>
              <a:buNone/>
              <a:defRPr>
                <a:solidFill>
                  <a:schemeClr val="lt1"/>
                </a:solidFill>
              </a:defRPr>
            </a:lvl4pPr>
            <a:lvl5pPr lvl="4" algn="ctr">
              <a:spcBef>
                <a:spcPts val="0"/>
              </a:spcBef>
              <a:spcAft>
                <a:spcPts val="0"/>
              </a:spcAft>
              <a:buClr>
                <a:schemeClr val="lt1"/>
              </a:buClr>
              <a:buSzPts val="1400"/>
              <a:buNone/>
              <a:defRPr>
                <a:solidFill>
                  <a:schemeClr val="lt1"/>
                </a:solidFill>
              </a:defRPr>
            </a:lvl5pPr>
            <a:lvl6pPr lvl="5" algn="ctr">
              <a:spcBef>
                <a:spcPts val="0"/>
              </a:spcBef>
              <a:spcAft>
                <a:spcPts val="0"/>
              </a:spcAft>
              <a:buClr>
                <a:schemeClr val="lt1"/>
              </a:buClr>
              <a:buSzPts val="1400"/>
              <a:buNone/>
              <a:defRPr>
                <a:solidFill>
                  <a:schemeClr val="lt1"/>
                </a:solidFill>
              </a:defRPr>
            </a:lvl6pPr>
            <a:lvl7pPr lvl="6" algn="ctr">
              <a:spcBef>
                <a:spcPts val="0"/>
              </a:spcBef>
              <a:spcAft>
                <a:spcPts val="0"/>
              </a:spcAft>
              <a:buClr>
                <a:schemeClr val="lt1"/>
              </a:buClr>
              <a:buSzPts val="1400"/>
              <a:buNone/>
              <a:defRPr>
                <a:solidFill>
                  <a:schemeClr val="lt1"/>
                </a:solidFill>
              </a:defRPr>
            </a:lvl7pPr>
            <a:lvl8pPr lvl="7" algn="ctr">
              <a:spcBef>
                <a:spcPts val="0"/>
              </a:spcBef>
              <a:spcAft>
                <a:spcPts val="0"/>
              </a:spcAft>
              <a:buClr>
                <a:schemeClr val="lt1"/>
              </a:buClr>
              <a:buSzPts val="1400"/>
              <a:buNone/>
              <a:defRPr>
                <a:solidFill>
                  <a:schemeClr val="lt1"/>
                </a:solidFill>
              </a:defRPr>
            </a:lvl8pPr>
            <a:lvl9pPr lvl="8" algn="ctr">
              <a:spcBef>
                <a:spcPts val="0"/>
              </a:spcBef>
              <a:spcAft>
                <a:spcPts val="0"/>
              </a:spcAft>
              <a:buClr>
                <a:schemeClr val="lt1"/>
              </a:buClr>
              <a:buSzPts val="1400"/>
              <a:buNone/>
              <a:defRPr>
                <a:solidFill>
                  <a:schemeClr val="lt1"/>
                </a:solidFill>
              </a:defRPr>
            </a:lvl9pPr>
          </a:lstStyle>
          <a:p/>
        </p:txBody>
      </p:sp>
      <p:cxnSp>
        <p:nvCxnSpPr>
          <p:cNvPr id="616" name="Google Shape;616;p69"/>
          <p:cNvCxnSpPr/>
          <p:nvPr/>
        </p:nvCxnSpPr>
        <p:spPr>
          <a:xfrm>
            <a:off x="835250" y="2072975"/>
            <a:ext cx="4112100" cy="0"/>
          </a:xfrm>
          <a:prstGeom prst="straightConnector1">
            <a:avLst/>
          </a:prstGeom>
          <a:noFill/>
          <a:ln cap="flat" cmpd="sng" w="19050">
            <a:solidFill>
              <a:schemeClr val="accent2"/>
            </a:solidFill>
            <a:prstDash val="solid"/>
            <a:round/>
            <a:headEnd len="med" w="med" type="none"/>
            <a:tailEnd len="med" w="med" type="none"/>
          </a:ln>
        </p:spPr>
      </p:cxnSp>
      <p:sp>
        <p:nvSpPr>
          <p:cNvPr id="617" name="Google Shape;617;p69"/>
          <p:cNvSpPr txBox="1"/>
          <p:nvPr>
            <p:ph idx="2" type="subTitle"/>
          </p:nvPr>
        </p:nvSpPr>
        <p:spPr>
          <a:xfrm>
            <a:off x="1777875" y="3994450"/>
            <a:ext cx="2234100" cy="64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None/>
              <a:defRPr>
                <a:solidFill>
                  <a:schemeClr val="lt1"/>
                </a:solidFill>
              </a:defRPr>
            </a:lvl1pPr>
            <a:lvl2pPr lvl="1" algn="ctr">
              <a:spcBef>
                <a:spcPts val="0"/>
              </a:spcBef>
              <a:spcAft>
                <a:spcPts val="0"/>
              </a:spcAft>
              <a:buClr>
                <a:schemeClr val="lt1"/>
              </a:buClr>
              <a:buSzPts val="1400"/>
              <a:buNone/>
              <a:defRPr>
                <a:solidFill>
                  <a:schemeClr val="lt1"/>
                </a:solidFill>
              </a:defRPr>
            </a:lvl2pPr>
            <a:lvl3pPr lvl="2" algn="ctr">
              <a:spcBef>
                <a:spcPts val="0"/>
              </a:spcBef>
              <a:spcAft>
                <a:spcPts val="0"/>
              </a:spcAft>
              <a:buClr>
                <a:schemeClr val="lt1"/>
              </a:buClr>
              <a:buSzPts val="1400"/>
              <a:buNone/>
              <a:defRPr>
                <a:solidFill>
                  <a:schemeClr val="lt1"/>
                </a:solidFill>
              </a:defRPr>
            </a:lvl3pPr>
            <a:lvl4pPr lvl="3" algn="ctr">
              <a:spcBef>
                <a:spcPts val="0"/>
              </a:spcBef>
              <a:spcAft>
                <a:spcPts val="0"/>
              </a:spcAft>
              <a:buClr>
                <a:schemeClr val="lt1"/>
              </a:buClr>
              <a:buSzPts val="1400"/>
              <a:buNone/>
              <a:defRPr>
                <a:solidFill>
                  <a:schemeClr val="lt1"/>
                </a:solidFill>
              </a:defRPr>
            </a:lvl4pPr>
            <a:lvl5pPr lvl="4" algn="ctr">
              <a:spcBef>
                <a:spcPts val="0"/>
              </a:spcBef>
              <a:spcAft>
                <a:spcPts val="0"/>
              </a:spcAft>
              <a:buClr>
                <a:schemeClr val="lt1"/>
              </a:buClr>
              <a:buSzPts val="1400"/>
              <a:buNone/>
              <a:defRPr>
                <a:solidFill>
                  <a:schemeClr val="lt1"/>
                </a:solidFill>
              </a:defRPr>
            </a:lvl5pPr>
            <a:lvl6pPr lvl="5" algn="ctr">
              <a:spcBef>
                <a:spcPts val="0"/>
              </a:spcBef>
              <a:spcAft>
                <a:spcPts val="0"/>
              </a:spcAft>
              <a:buClr>
                <a:schemeClr val="lt1"/>
              </a:buClr>
              <a:buSzPts val="1400"/>
              <a:buNone/>
              <a:defRPr>
                <a:solidFill>
                  <a:schemeClr val="lt1"/>
                </a:solidFill>
              </a:defRPr>
            </a:lvl6pPr>
            <a:lvl7pPr lvl="6" algn="ctr">
              <a:spcBef>
                <a:spcPts val="0"/>
              </a:spcBef>
              <a:spcAft>
                <a:spcPts val="0"/>
              </a:spcAft>
              <a:buClr>
                <a:schemeClr val="lt1"/>
              </a:buClr>
              <a:buSzPts val="1400"/>
              <a:buNone/>
              <a:defRPr>
                <a:solidFill>
                  <a:schemeClr val="lt1"/>
                </a:solidFill>
              </a:defRPr>
            </a:lvl7pPr>
            <a:lvl8pPr lvl="7" algn="ctr">
              <a:spcBef>
                <a:spcPts val="0"/>
              </a:spcBef>
              <a:spcAft>
                <a:spcPts val="0"/>
              </a:spcAft>
              <a:buClr>
                <a:schemeClr val="lt1"/>
              </a:buClr>
              <a:buSzPts val="1400"/>
              <a:buNone/>
              <a:defRPr>
                <a:solidFill>
                  <a:schemeClr val="lt1"/>
                </a:solidFill>
              </a:defRPr>
            </a:lvl8pPr>
            <a:lvl9pPr lvl="8" algn="ctr">
              <a:spcBef>
                <a:spcPts val="0"/>
              </a:spcBef>
              <a:spcAft>
                <a:spcPts val="0"/>
              </a:spcAft>
              <a:buClr>
                <a:schemeClr val="lt1"/>
              </a:buClr>
              <a:buSzPts val="1400"/>
              <a:buNone/>
              <a:defRPr>
                <a:solidFill>
                  <a:schemeClr val="lt1"/>
                </a:solidFill>
              </a:defRPr>
            </a:lvl9pPr>
          </a:lstStyle>
          <a:p/>
        </p:txBody>
      </p:sp>
      <p:cxnSp>
        <p:nvCxnSpPr>
          <p:cNvPr id="618" name="Google Shape;618;p69"/>
          <p:cNvCxnSpPr/>
          <p:nvPr/>
        </p:nvCxnSpPr>
        <p:spPr>
          <a:xfrm>
            <a:off x="1254380" y="2713437"/>
            <a:ext cx="3281100" cy="0"/>
          </a:xfrm>
          <a:prstGeom prst="straightConnector1">
            <a:avLst/>
          </a:prstGeom>
          <a:noFill/>
          <a:ln cap="flat" cmpd="sng" w="19050">
            <a:solidFill>
              <a:schemeClr val="accent2"/>
            </a:solidFill>
            <a:prstDash val="solid"/>
            <a:round/>
            <a:headEnd len="med" w="med" type="none"/>
            <a:tailEnd len="med" w="med" type="none"/>
          </a:ln>
        </p:spPr>
      </p:cxnSp>
      <p:cxnSp>
        <p:nvCxnSpPr>
          <p:cNvPr id="619" name="Google Shape;619;p69"/>
          <p:cNvCxnSpPr/>
          <p:nvPr/>
        </p:nvCxnSpPr>
        <p:spPr>
          <a:xfrm>
            <a:off x="1664525" y="3353900"/>
            <a:ext cx="2459400" cy="0"/>
          </a:xfrm>
          <a:prstGeom prst="straightConnector1">
            <a:avLst/>
          </a:prstGeom>
          <a:noFill/>
          <a:ln cap="flat" cmpd="sng" w="19050">
            <a:solidFill>
              <a:schemeClr val="accent2"/>
            </a:solidFill>
            <a:prstDash val="solid"/>
            <a:round/>
            <a:headEnd len="med" w="med" type="none"/>
            <a:tailEnd len="med" w="med" type="none"/>
          </a:ln>
        </p:spPr>
      </p:cxnSp>
      <p:cxnSp>
        <p:nvCxnSpPr>
          <p:cNvPr id="620" name="Google Shape;620;p69"/>
          <p:cNvCxnSpPr/>
          <p:nvPr/>
        </p:nvCxnSpPr>
        <p:spPr>
          <a:xfrm>
            <a:off x="1993950" y="3997950"/>
            <a:ext cx="1792500" cy="0"/>
          </a:xfrm>
          <a:prstGeom prst="straightConnector1">
            <a:avLst/>
          </a:prstGeom>
          <a:noFill/>
          <a:ln cap="flat" cmpd="sng" w="19050">
            <a:solidFill>
              <a:schemeClr val="accent2"/>
            </a:solidFill>
            <a:prstDash val="solid"/>
            <a:round/>
            <a:headEnd len="med" w="med" type="none"/>
            <a:tailEnd len="med" w="med" type="none"/>
          </a:ln>
        </p:spPr>
      </p:cxnSp>
      <p:sp>
        <p:nvSpPr>
          <p:cNvPr id="621" name="Google Shape;621;p69"/>
          <p:cNvSpPr txBox="1"/>
          <p:nvPr>
            <p:ph idx="3" type="subTitle"/>
          </p:nvPr>
        </p:nvSpPr>
        <p:spPr>
          <a:xfrm>
            <a:off x="1777875" y="1432675"/>
            <a:ext cx="2234100" cy="64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None/>
              <a:defRPr>
                <a:solidFill>
                  <a:schemeClr val="lt1"/>
                </a:solidFill>
              </a:defRPr>
            </a:lvl1pPr>
            <a:lvl2pPr lvl="1" algn="ctr">
              <a:spcBef>
                <a:spcPts val="0"/>
              </a:spcBef>
              <a:spcAft>
                <a:spcPts val="0"/>
              </a:spcAft>
              <a:buClr>
                <a:schemeClr val="lt1"/>
              </a:buClr>
              <a:buSzPts val="1400"/>
              <a:buNone/>
              <a:defRPr>
                <a:solidFill>
                  <a:schemeClr val="lt1"/>
                </a:solidFill>
              </a:defRPr>
            </a:lvl2pPr>
            <a:lvl3pPr lvl="2" algn="ctr">
              <a:spcBef>
                <a:spcPts val="0"/>
              </a:spcBef>
              <a:spcAft>
                <a:spcPts val="0"/>
              </a:spcAft>
              <a:buClr>
                <a:schemeClr val="lt1"/>
              </a:buClr>
              <a:buSzPts val="1400"/>
              <a:buNone/>
              <a:defRPr>
                <a:solidFill>
                  <a:schemeClr val="lt1"/>
                </a:solidFill>
              </a:defRPr>
            </a:lvl3pPr>
            <a:lvl4pPr lvl="3" algn="ctr">
              <a:spcBef>
                <a:spcPts val="0"/>
              </a:spcBef>
              <a:spcAft>
                <a:spcPts val="0"/>
              </a:spcAft>
              <a:buClr>
                <a:schemeClr val="lt1"/>
              </a:buClr>
              <a:buSzPts val="1400"/>
              <a:buNone/>
              <a:defRPr>
                <a:solidFill>
                  <a:schemeClr val="lt1"/>
                </a:solidFill>
              </a:defRPr>
            </a:lvl4pPr>
            <a:lvl5pPr lvl="4" algn="ctr">
              <a:spcBef>
                <a:spcPts val="0"/>
              </a:spcBef>
              <a:spcAft>
                <a:spcPts val="0"/>
              </a:spcAft>
              <a:buClr>
                <a:schemeClr val="lt1"/>
              </a:buClr>
              <a:buSzPts val="1400"/>
              <a:buNone/>
              <a:defRPr>
                <a:solidFill>
                  <a:schemeClr val="lt1"/>
                </a:solidFill>
              </a:defRPr>
            </a:lvl5pPr>
            <a:lvl6pPr lvl="5" algn="ctr">
              <a:spcBef>
                <a:spcPts val="0"/>
              </a:spcBef>
              <a:spcAft>
                <a:spcPts val="0"/>
              </a:spcAft>
              <a:buClr>
                <a:schemeClr val="lt1"/>
              </a:buClr>
              <a:buSzPts val="1400"/>
              <a:buNone/>
              <a:defRPr>
                <a:solidFill>
                  <a:schemeClr val="lt1"/>
                </a:solidFill>
              </a:defRPr>
            </a:lvl6pPr>
            <a:lvl7pPr lvl="6" algn="ctr">
              <a:spcBef>
                <a:spcPts val="0"/>
              </a:spcBef>
              <a:spcAft>
                <a:spcPts val="0"/>
              </a:spcAft>
              <a:buClr>
                <a:schemeClr val="lt1"/>
              </a:buClr>
              <a:buSzPts val="1400"/>
              <a:buNone/>
              <a:defRPr>
                <a:solidFill>
                  <a:schemeClr val="lt1"/>
                </a:solidFill>
              </a:defRPr>
            </a:lvl7pPr>
            <a:lvl8pPr lvl="7" algn="ctr">
              <a:spcBef>
                <a:spcPts val="0"/>
              </a:spcBef>
              <a:spcAft>
                <a:spcPts val="0"/>
              </a:spcAft>
              <a:buClr>
                <a:schemeClr val="lt1"/>
              </a:buClr>
              <a:buSzPts val="1400"/>
              <a:buNone/>
              <a:defRPr>
                <a:solidFill>
                  <a:schemeClr val="lt1"/>
                </a:solidFill>
              </a:defRPr>
            </a:lvl8pPr>
            <a:lvl9pPr lvl="8" algn="ctr">
              <a:spcBef>
                <a:spcPts val="0"/>
              </a:spcBef>
              <a:spcAft>
                <a:spcPts val="0"/>
              </a:spcAft>
              <a:buClr>
                <a:schemeClr val="lt1"/>
              </a:buClr>
              <a:buSzPts val="1400"/>
              <a:buNone/>
              <a:defRPr>
                <a:solidFill>
                  <a:schemeClr val="lt1"/>
                </a:solidFill>
              </a:defRPr>
            </a:lvl9pPr>
          </a:lstStyle>
          <a:p/>
        </p:txBody>
      </p:sp>
      <p:sp>
        <p:nvSpPr>
          <p:cNvPr id="622" name="Google Shape;622;p69"/>
          <p:cNvSpPr txBox="1"/>
          <p:nvPr>
            <p:ph idx="4" type="subTitle"/>
          </p:nvPr>
        </p:nvSpPr>
        <p:spPr>
          <a:xfrm>
            <a:off x="1777875" y="2073188"/>
            <a:ext cx="2234100" cy="64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None/>
              <a:defRPr>
                <a:solidFill>
                  <a:schemeClr val="lt1"/>
                </a:solidFill>
              </a:defRPr>
            </a:lvl1pPr>
            <a:lvl2pPr lvl="1" algn="ctr">
              <a:spcBef>
                <a:spcPts val="0"/>
              </a:spcBef>
              <a:spcAft>
                <a:spcPts val="0"/>
              </a:spcAft>
              <a:buClr>
                <a:schemeClr val="lt1"/>
              </a:buClr>
              <a:buSzPts val="1400"/>
              <a:buNone/>
              <a:defRPr>
                <a:solidFill>
                  <a:schemeClr val="lt1"/>
                </a:solidFill>
              </a:defRPr>
            </a:lvl2pPr>
            <a:lvl3pPr lvl="2" algn="ctr">
              <a:spcBef>
                <a:spcPts val="0"/>
              </a:spcBef>
              <a:spcAft>
                <a:spcPts val="0"/>
              </a:spcAft>
              <a:buClr>
                <a:schemeClr val="lt1"/>
              </a:buClr>
              <a:buSzPts val="1400"/>
              <a:buNone/>
              <a:defRPr>
                <a:solidFill>
                  <a:schemeClr val="lt1"/>
                </a:solidFill>
              </a:defRPr>
            </a:lvl3pPr>
            <a:lvl4pPr lvl="3" algn="ctr">
              <a:spcBef>
                <a:spcPts val="0"/>
              </a:spcBef>
              <a:spcAft>
                <a:spcPts val="0"/>
              </a:spcAft>
              <a:buClr>
                <a:schemeClr val="lt1"/>
              </a:buClr>
              <a:buSzPts val="1400"/>
              <a:buNone/>
              <a:defRPr>
                <a:solidFill>
                  <a:schemeClr val="lt1"/>
                </a:solidFill>
              </a:defRPr>
            </a:lvl4pPr>
            <a:lvl5pPr lvl="4" algn="ctr">
              <a:spcBef>
                <a:spcPts val="0"/>
              </a:spcBef>
              <a:spcAft>
                <a:spcPts val="0"/>
              </a:spcAft>
              <a:buClr>
                <a:schemeClr val="lt1"/>
              </a:buClr>
              <a:buSzPts val="1400"/>
              <a:buNone/>
              <a:defRPr>
                <a:solidFill>
                  <a:schemeClr val="lt1"/>
                </a:solidFill>
              </a:defRPr>
            </a:lvl5pPr>
            <a:lvl6pPr lvl="5" algn="ctr">
              <a:spcBef>
                <a:spcPts val="0"/>
              </a:spcBef>
              <a:spcAft>
                <a:spcPts val="0"/>
              </a:spcAft>
              <a:buClr>
                <a:schemeClr val="lt1"/>
              </a:buClr>
              <a:buSzPts val="1400"/>
              <a:buNone/>
              <a:defRPr>
                <a:solidFill>
                  <a:schemeClr val="lt1"/>
                </a:solidFill>
              </a:defRPr>
            </a:lvl6pPr>
            <a:lvl7pPr lvl="6" algn="ctr">
              <a:spcBef>
                <a:spcPts val="0"/>
              </a:spcBef>
              <a:spcAft>
                <a:spcPts val="0"/>
              </a:spcAft>
              <a:buClr>
                <a:schemeClr val="lt1"/>
              </a:buClr>
              <a:buSzPts val="1400"/>
              <a:buNone/>
              <a:defRPr>
                <a:solidFill>
                  <a:schemeClr val="lt1"/>
                </a:solidFill>
              </a:defRPr>
            </a:lvl7pPr>
            <a:lvl8pPr lvl="7" algn="ctr">
              <a:spcBef>
                <a:spcPts val="0"/>
              </a:spcBef>
              <a:spcAft>
                <a:spcPts val="0"/>
              </a:spcAft>
              <a:buClr>
                <a:schemeClr val="lt1"/>
              </a:buClr>
              <a:buSzPts val="1400"/>
              <a:buNone/>
              <a:defRPr>
                <a:solidFill>
                  <a:schemeClr val="lt1"/>
                </a:solidFill>
              </a:defRPr>
            </a:lvl8pPr>
            <a:lvl9pPr lvl="8" algn="ctr">
              <a:spcBef>
                <a:spcPts val="0"/>
              </a:spcBef>
              <a:spcAft>
                <a:spcPts val="0"/>
              </a:spcAft>
              <a:buClr>
                <a:schemeClr val="lt1"/>
              </a:buClr>
              <a:buSzPts val="1400"/>
              <a:buNone/>
              <a:defRPr>
                <a:solidFill>
                  <a:schemeClr val="lt1"/>
                </a:solidFill>
              </a:defRPr>
            </a:lvl9pPr>
          </a:lstStyle>
          <a:p/>
        </p:txBody>
      </p:sp>
      <p:sp>
        <p:nvSpPr>
          <p:cNvPr id="623" name="Google Shape;623;p69"/>
          <p:cNvSpPr txBox="1"/>
          <p:nvPr>
            <p:ph idx="5" type="subTitle"/>
          </p:nvPr>
        </p:nvSpPr>
        <p:spPr>
          <a:xfrm>
            <a:off x="1777875" y="2713550"/>
            <a:ext cx="2234100" cy="64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None/>
              <a:defRPr>
                <a:solidFill>
                  <a:schemeClr val="lt1"/>
                </a:solidFill>
              </a:defRPr>
            </a:lvl1pPr>
            <a:lvl2pPr lvl="1" algn="ctr">
              <a:spcBef>
                <a:spcPts val="0"/>
              </a:spcBef>
              <a:spcAft>
                <a:spcPts val="0"/>
              </a:spcAft>
              <a:buClr>
                <a:schemeClr val="lt1"/>
              </a:buClr>
              <a:buSzPts val="1400"/>
              <a:buNone/>
              <a:defRPr>
                <a:solidFill>
                  <a:schemeClr val="lt1"/>
                </a:solidFill>
              </a:defRPr>
            </a:lvl2pPr>
            <a:lvl3pPr lvl="2" algn="ctr">
              <a:spcBef>
                <a:spcPts val="0"/>
              </a:spcBef>
              <a:spcAft>
                <a:spcPts val="0"/>
              </a:spcAft>
              <a:buClr>
                <a:schemeClr val="lt1"/>
              </a:buClr>
              <a:buSzPts val="1400"/>
              <a:buNone/>
              <a:defRPr>
                <a:solidFill>
                  <a:schemeClr val="lt1"/>
                </a:solidFill>
              </a:defRPr>
            </a:lvl3pPr>
            <a:lvl4pPr lvl="3" algn="ctr">
              <a:spcBef>
                <a:spcPts val="0"/>
              </a:spcBef>
              <a:spcAft>
                <a:spcPts val="0"/>
              </a:spcAft>
              <a:buClr>
                <a:schemeClr val="lt1"/>
              </a:buClr>
              <a:buSzPts val="1400"/>
              <a:buNone/>
              <a:defRPr>
                <a:solidFill>
                  <a:schemeClr val="lt1"/>
                </a:solidFill>
              </a:defRPr>
            </a:lvl4pPr>
            <a:lvl5pPr lvl="4" algn="ctr">
              <a:spcBef>
                <a:spcPts val="0"/>
              </a:spcBef>
              <a:spcAft>
                <a:spcPts val="0"/>
              </a:spcAft>
              <a:buClr>
                <a:schemeClr val="lt1"/>
              </a:buClr>
              <a:buSzPts val="1400"/>
              <a:buNone/>
              <a:defRPr>
                <a:solidFill>
                  <a:schemeClr val="lt1"/>
                </a:solidFill>
              </a:defRPr>
            </a:lvl5pPr>
            <a:lvl6pPr lvl="5" algn="ctr">
              <a:spcBef>
                <a:spcPts val="0"/>
              </a:spcBef>
              <a:spcAft>
                <a:spcPts val="0"/>
              </a:spcAft>
              <a:buClr>
                <a:schemeClr val="lt1"/>
              </a:buClr>
              <a:buSzPts val="1400"/>
              <a:buNone/>
              <a:defRPr>
                <a:solidFill>
                  <a:schemeClr val="lt1"/>
                </a:solidFill>
              </a:defRPr>
            </a:lvl6pPr>
            <a:lvl7pPr lvl="6" algn="ctr">
              <a:spcBef>
                <a:spcPts val="0"/>
              </a:spcBef>
              <a:spcAft>
                <a:spcPts val="0"/>
              </a:spcAft>
              <a:buClr>
                <a:schemeClr val="lt1"/>
              </a:buClr>
              <a:buSzPts val="1400"/>
              <a:buNone/>
              <a:defRPr>
                <a:solidFill>
                  <a:schemeClr val="lt1"/>
                </a:solidFill>
              </a:defRPr>
            </a:lvl7pPr>
            <a:lvl8pPr lvl="7" algn="ctr">
              <a:spcBef>
                <a:spcPts val="0"/>
              </a:spcBef>
              <a:spcAft>
                <a:spcPts val="0"/>
              </a:spcAft>
              <a:buClr>
                <a:schemeClr val="lt1"/>
              </a:buClr>
              <a:buSzPts val="1400"/>
              <a:buNone/>
              <a:defRPr>
                <a:solidFill>
                  <a:schemeClr val="lt1"/>
                </a:solidFill>
              </a:defRPr>
            </a:lvl8pPr>
            <a:lvl9pPr lvl="8" algn="ctr">
              <a:spcBef>
                <a:spcPts val="0"/>
              </a:spcBef>
              <a:spcAft>
                <a:spcPts val="0"/>
              </a:spcAft>
              <a:buClr>
                <a:schemeClr val="lt1"/>
              </a:buClr>
              <a:buSzPts val="1400"/>
              <a:buNone/>
              <a:defRPr>
                <a:solidFill>
                  <a:schemeClr val="lt1"/>
                </a:solidFill>
              </a:defRPr>
            </a:lvl9pPr>
          </a:lstStyle>
          <a:p/>
        </p:txBody>
      </p:sp>
      <p:sp>
        <p:nvSpPr>
          <p:cNvPr id="624" name="Google Shape;624;p69"/>
          <p:cNvSpPr txBox="1"/>
          <p:nvPr>
            <p:ph idx="6" type="body"/>
          </p:nvPr>
        </p:nvSpPr>
        <p:spPr>
          <a:xfrm>
            <a:off x="5733175" y="1712300"/>
            <a:ext cx="32742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25" name="Google Shape;625;p69"/>
          <p:cNvSpPr txBox="1"/>
          <p:nvPr>
            <p:ph idx="7" type="subTitle"/>
          </p:nvPr>
        </p:nvSpPr>
        <p:spPr>
          <a:xfrm>
            <a:off x="5735263" y="1509922"/>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26" name="Google Shape;626;p69"/>
          <p:cNvSpPr txBox="1"/>
          <p:nvPr>
            <p:ph idx="8" type="body"/>
          </p:nvPr>
        </p:nvSpPr>
        <p:spPr>
          <a:xfrm>
            <a:off x="5733175" y="2324800"/>
            <a:ext cx="32742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27" name="Google Shape;627;p69"/>
          <p:cNvSpPr txBox="1"/>
          <p:nvPr>
            <p:ph idx="9" type="subTitle"/>
          </p:nvPr>
        </p:nvSpPr>
        <p:spPr>
          <a:xfrm>
            <a:off x="5735263" y="2122422"/>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28" name="Google Shape;628;p69"/>
          <p:cNvSpPr txBox="1"/>
          <p:nvPr>
            <p:ph idx="13" type="body"/>
          </p:nvPr>
        </p:nvSpPr>
        <p:spPr>
          <a:xfrm>
            <a:off x="5733175" y="2965275"/>
            <a:ext cx="32742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29" name="Google Shape;629;p69"/>
          <p:cNvSpPr txBox="1"/>
          <p:nvPr>
            <p:ph idx="14" type="subTitle"/>
          </p:nvPr>
        </p:nvSpPr>
        <p:spPr>
          <a:xfrm>
            <a:off x="5735263" y="2762897"/>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30" name="Google Shape;630;p69"/>
          <p:cNvSpPr txBox="1"/>
          <p:nvPr>
            <p:ph idx="15" type="body"/>
          </p:nvPr>
        </p:nvSpPr>
        <p:spPr>
          <a:xfrm>
            <a:off x="5733175" y="3605650"/>
            <a:ext cx="32742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31" name="Google Shape;631;p69"/>
          <p:cNvSpPr txBox="1"/>
          <p:nvPr>
            <p:ph idx="16" type="subTitle"/>
          </p:nvPr>
        </p:nvSpPr>
        <p:spPr>
          <a:xfrm>
            <a:off x="5735263" y="3403272"/>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32" name="Google Shape;632;p69"/>
          <p:cNvSpPr txBox="1"/>
          <p:nvPr>
            <p:ph idx="17" type="body"/>
          </p:nvPr>
        </p:nvSpPr>
        <p:spPr>
          <a:xfrm>
            <a:off x="5733175" y="4246025"/>
            <a:ext cx="32742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33" name="Google Shape;633;p69"/>
          <p:cNvSpPr txBox="1"/>
          <p:nvPr>
            <p:ph idx="18" type="subTitle"/>
          </p:nvPr>
        </p:nvSpPr>
        <p:spPr>
          <a:xfrm>
            <a:off x="5735263" y="4043647"/>
            <a:ext cx="21114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Journey V2">
  <p:cSld name="CUSTOM_30">
    <p:bg>
      <p:bgPr>
        <a:solidFill>
          <a:schemeClr val="accent2"/>
        </a:solidFill>
      </p:bgPr>
    </p:bg>
    <p:spTree>
      <p:nvGrpSpPr>
        <p:cNvPr id="634" name="Shape 634"/>
        <p:cNvGrpSpPr/>
        <p:nvPr/>
      </p:nvGrpSpPr>
      <p:grpSpPr>
        <a:xfrm>
          <a:off x="0" y="0"/>
          <a:ext cx="0" cy="0"/>
          <a:chOff x="0" y="0"/>
          <a:chExt cx="0" cy="0"/>
        </a:xfrm>
      </p:grpSpPr>
      <p:sp>
        <p:nvSpPr>
          <p:cNvPr id="635" name="Google Shape;635;p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solidFill>
                  <a:schemeClr val="accent1"/>
                </a:solidFill>
              </a:defRPr>
            </a:lvl1pPr>
            <a:lvl2pPr lvl="1">
              <a:buNone/>
              <a:defRPr sz="1000">
                <a:solidFill>
                  <a:schemeClr val="accent1"/>
                </a:solidFill>
              </a:defRPr>
            </a:lvl2pPr>
            <a:lvl3pPr lvl="2">
              <a:buNone/>
              <a:defRPr sz="1000">
                <a:solidFill>
                  <a:schemeClr val="accent1"/>
                </a:solidFill>
              </a:defRPr>
            </a:lvl3pPr>
            <a:lvl4pPr lvl="3">
              <a:buNone/>
              <a:defRPr sz="1000">
                <a:solidFill>
                  <a:schemeClr val="accent1"/>
                </a:solidFill>
              </a:defRPr>
            </a:lvl4pPr>
            <a:lvl5pPr lvl="4">
              <a:buNone/>
              <a:defRPr sz="1000">
                <a:solidFill>
                  <a:schemeClr val="accent1"/>
                </a:solidFill>
              </a:defRPr>
            </a:lvl5pPr>
            <a:lvl6pPr lvl="5">
              <a:buNone/>
              <a:defRPr sz="1000">
                <a:solidFill>
                  <a:schemeClr val="accent1"/>
                </a:solidFill>
              </a:defRPr>
            </a:lvl6pPr>
            <a:lvl7pPr lvl="6">
              <a:buNone/>
              <a:defRPr sz="1000">
                <a:solidFill>
                  <a:schemeClr val="accent1"/>
                </a:solidFill>
              </a:defRPr>
            </a:lvl7pPr>
            <a:lvl8pPr lvl="7">
              <a:buNone/>
              <a:defRPr sz="1000">
                <a:solidFill>
                  <a:schemeClr val="accent1"/>
                </a:solidFill>
              </a:defRPr>
            </a:lvl8pPr>
            <a:lvl9pPr lvl="8">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
        <p:nvSpPr>
          <p:cNvPr id="636" name="Google Shape;636;p70"/>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637" name="Google Shape;637;p70"/>
          <p:cNvSpPr txBox="1"/>
          <p:nvPr>
            <p:ph idx="1" type="body"/>
          </p:nvPr>
        </p:nvSpPr>
        <p:spPr>
          <a:xfrm>
            <a:off x="344000" y="2742230"/>
            <a:ext cx="15231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38" name="Google Shape;638;p70"/>
          <p:cNvSpPr txBox="1"/>
          <p:nvPr>
            <p:ph idx="2" type="subTitle"/>
          </p:nvPr>
        </p:nvSpPr>
        <p:spPr>
          <a:xfrm>
            <a:off x="344977" y="2463650"/>
            <a:ext cx="15231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39" name="Google Shape;639;p70"/>
          <p:cNvSpPr txBox="1"/>
          <p:nvPr>
            <p:ph idx="3" type="body"/>
          </p:nvPr>
        </p:nvSpPr>
        <p:spPr>
          <a:xfrm>
            <a:off x="2053445" y="2742230"/>
            <a:ext cx="15231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40" name="Google Shape;640;p70"/>
          <p:cNvSpPr txBox="1"/>
          <p:nvPr>
            <p:ph idx="4" type="subTitle"/>
          </p:nvPr>
        </p:nvSpPr>
        <p:spPr>
          <a:xfrm>
            <a:off x="2054422" y="2463650"/>
            <a:ext cx="15231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41" name="Google Shape;641;p70"/>
          <p:cNvSpPr txBox="1"/>
          <p:nvPr>
            <p:ph idx="5" type="body"/>
          </p:nvPr>
        </p:nvSpPr>
        <p:spPr>
          <a:xfrm>
            <a:off x="3762889" y="2742230"/>
            <a:ext cx="15231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42" name="Google Shape;642;p70"/>
          <p:cNvSpPr txBox="1"/>
          <p:nvPr>
            <p:ph idx="6" type="subTitle"/>
          </p:nvPr>
        </p:nvSpPr>
        <p:spPr>
          <a:xfrm>
            <a:off x="3763866" y="2463650"/>
            <a:ext cx="15231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43" name="Google Shape;643;p70"/>
          <p:cNvSpPr txBox="1"/>
          <p:nvPr>
            <p:ph idx="7" type="body"/>
          </p:nvPr>
        </p:nvSpPr>
        <p:spPr>
          <a:xfrm>
            <a:off x="5472334" y="2742230"/>
            <a:ext cx="15231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44" name="Google Shape;644;p70"/>
          <p:cNvSpPr txBox="1"/>
          <p:nvPr>
            <p:ph idx="8" type="subTitle"/>
          </p:nvPr>
        </p:nvSpPr>
        <p:spPr>
          <a:xfrm>
            <a:off x="5473311" y="2463650"/>
            <a:ext cx="15231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45" name="Google Shape;645;p70"/>
          <p:cNvSpPr txBox="1"/>
          <p:nvPr>
            <p:ph idx="9" type="body"/>
          </p:nvPr>
        </p:nvSpPr>
        <p:spPr>
          <a:xfrm>
            <a:off x="7181779" y="2742230"/>
            <a:ext cx="1523100" cy="547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a:lvl1pPr>
            <a:lvl2pPr indent="-304800" lvl="1" marL="914400">
              <a:spcBef>
                <a:spcPts val="0"/>
              </a:spcBef>
              <a:spcAft>
                <a:spcPts val="0"/>
              </a:spcAft>
              <a:buClr>
                <a:schemeClr val="dk1"/>
              </a:buClr>
              <a:buSzPts val="1200"/>
              <a:buFont typeface="IBM Plex Sans"/>
              <a:buChar char="○"/>
              <a:defRPr/>
            </a:lvl2pPr>
            <a:lvl3pPr indent="-304800" lvl="2" marL="1371600">
              <a:spcBef>
                <a:spcPts val="0"/>
              </a:spcBef>
              <a:spcAft>
                <a:spcPts val="0"/>
              </a:spcAft>
              <a:buClr>
                <a:schemeClr val="dk1"/>
              </a:buClr>
              <a:buSzPts val="1200"/>
              <a:buFont typeface="IBM Plex Sans"/>
              <a:buChar char="■"/>
              <a:defRPr/>
            </a:lvl3pPr>
            <a:lvl4pPr indent="-304800" lvl="3" marL="1828800">
              <a:spcBef>
                <a:spcPts val="0"/>
              </a:spcBef>
              <a:spcAft>
                <a:spcPts val="0"/>
              </a:spcAft>
              <a:buClr>
                <a:schemeClr val="dk1"/>
              </a:buClr>
              <a:buSzPts val="1200"/>
              <a:buFont typeface="IBM Plex Sans"/>
              <a:buChar char="●"/>
              <a:defRPr/>
            </a:lvl4pPr>
            <a:lvl5pPr indent="-304800" lvl="4" marL="2286000">
              <a:spcBef>
                <a:spcPts val="0"/>
              </a:spcBef>
              <a:spcAft>
                <a:spcPts val="0"/>
              </a:spcAft>
              <a:buClr>
                <a:schemeClr val="dk1"/>
              </a:buClr>
              <a:buSzPts val="1200"/>
              <a:buFont typeface="IBM Plex Sans"/>
              <a:buChar char="○"/>
              <a:defRPr/>
            </a:lvl5pPr>
            <a:lvl6pPr indent="-304800" lvl="5" marL="2743200">
              <a:spcBef>
                <a:spcPts val="0"/>
              </a:spcBef>
              <a:spcAft>
                <a:spcPts val="0"/>
              </a:spcAft>
              <a:buClr>
                <a:schemeClr val="dk1"/>
              </a:buClr>
              <a:buSzPts val="1200"/>
              <a:buFont typeface="IBM Plex Sans"/>
              <a:buChar char="■"/>
              <a:defRPr/>
            </a:lvl6pPr>
            <a:lvl7pPr indent="-304800" lvl="6" marL="3200400">
              <a:spcBef>
                <a:spcPts val="0"/>
              </a:spcBef>
              <a:spcAft>
                <a:spcPts val="0"/>
              </a:spcAft>
              <a:buClr>
                <a:schemeClr val="dk1"/>
              </a:buClr>
              <a:buSzPts val="1200"/>
              <a:buFont typeface="IBM Plex Sans"/>
              <a:buChar char="●"/>
              <a:defRPr/>
            </a:lvl7pPr>
            <a:lvl8pPr indent="-304800" lvl="7" marL="3657600">
              <a:spcBef>
                <a:spcPts val="0"/>
              </a:spcBef>
              <a:spcAft>
                <a:spcPts val="0"/>
              </a:spcAft>
              <a:buClr>
                <a:schemeClr val="dk1"/>
              </a:buClr>
              <a:buSzPts val="1200"/>
              <a:buFont typeface="IBM Plex Sans"/>
              <a:buChar char="○"/>
              <a:defRPr/>
            </a:lvl8pPr>
            <a:lvl9pPr indent="-304800" lvl="8" marL="4114800">
              <a:spcBef>
                <a:spcPts val="0"/>
              </a:spcBef>
              <a:spcAft>
                <a:spcPts val="0"/>
              </a:spcAft>
              <a:buClr>
                <a:schemeClr val="dk1"/>
              </a:buClr>
              <a:buSzPts val="1200"/>
              <a:buFont typeface="IBM Plex Sans"/>
              <a:buChar char="■"/>
              <a:defRPr/>
            </a:lvl9pPr>
          </a:lstStyle>
          <a:p/>
        </p:txBody>
      </p:sp>
      <p:sp>
        <p:nvSpPr>
          <p:cNvPr id="646" name="Google Shape;646;p70"/>
          <p:cNvSpPr txBox="1"/>
          <p:nvPr>
            <p:ph idx="13" type="subTitle"/>
          </p:nvPr>
        </p:nvSpPr>
        <p:spPr>
          <a:xfrm>
            <a:off x="7182756" y="2463650"/>
            <a:ext cx="1523100" cy="339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47" name="Google Shape;647;p70"/>
          <p:cNvSpPr txBox="1"/>
          <p:nvPr>
            <p:ph idx="14" type="subTitle"/>
          </p:nvPr>
        </p:nvSpPr>
        <p:spPr>
          <a:xfrm>
            <a:off x="458575" y="1601200"/>
            <a:ext cx="715200" cy="460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1pPr>
            <a:lvl2pPr lvl="1"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2pPr>
            <a:lvl3pPr lvl="2"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3pPr>
            <a:lvl4pPr lvl="3"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4pPr>
            <a:lvl5pPr lvl="4"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5pPr>
            <a:lvl6pPr lvl="5"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6pPr>
            <a:lvl7pPr lvl="6"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7pPr>
            <a:lvl8pPr lvl="7"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8pPr>
            <a:lvl9pPr lvl="8"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9pPr>
          </a:lstStyle>
          <a:p/>
        </p:txBody>
      </p:sp>
      <p:sp>
        <p:nvSpPr>
          <p:cNvPr id="648" name="Google Shape;648;p70"/>
          <p:cNvSpPr txBox="1"/>
          <p:nvPr>
            <p:ph idx="15" type="subTitle"/>
          </p:nvPr>
        </p:nvSpPr>
        <p:spPr>
          <a:xfrm>
            <a:off x="2159850" y="1601200"/>
            <a:ext cx="715200" cy="460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1pPr>
            <a:lvl2pPr lvl="1"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2pPr>
            <a:lvl3pPr lvl="2"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3pPr>
            <a:lvl4pPr lvl="3"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4pPr>
            <a:lvl5pPr lvl="4"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5pPr>
            <a:lvl6pPr lvl="5"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6pPr>
            <a:lvl7pPr lvl="6"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7pPr>
            <a:lvl8pPr lvl="7"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8pPr>
            <a:lvl9pPr lvl="8"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9pPr>
          </a:lstStyle>
          <a:p/>
        </p:txBody>
      </p:sp>
      <p:sp>
        <p:nvSpPr>
          <p:cNvPr id="649" name="Google Shape;649;p70"/>
          <p:cNvSpPr txBox="1"/>
          <p:nvPr>
            <p:ph idx="16" type="subTitle"/>
          </p:nvPr>
        </p:nvSpPr>
        <p:spPr>
          <a:xfrm>
            <a:off x="5574925" y="1601200"/>
            <a:ext cx="715200" cy="460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1pPr>
            <a:lvl2pPr lvl="1"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2pPr>
            <a:lvl3pPr lvl="2"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3pPr>
            <a:lvl4pPr lvl="3"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4pPr>
            <a:lvl5pPr lvl="4"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5pPr>
            <a:lvl6pPr lvl="5"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6pPr>
            <a:lvl7pPr lvl="6"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7pPr>
            <a:lvl8pPr lvl="7"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8pPr>
            <a:lvl9pPr lvl="8"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9pPr>
          </a:lstStyle>
          <a:p/>
        </p:txBody>
      </p:sp>
      <p:sp>
        <p:nvSpPr>
          <p:cNvPr id="650" name="Google Shape;650;p70"/>
          <p:cNvSpPr txBox="1"/>
          <p:nvPr>
            <p:ph idx="17" type="subTitle"/>
          </p:nvPr>
        </p:nvSpPr>
        <p:spPr>
          <a:xfrm>
            <a:off x="7260525" y="1601200"/>
            <a:ext cx="715200" cy="460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1pPr>
            <a:lvl2pPr lvl="1"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2pPr>
            <a:lvl3pPr lvl="2"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3pPr>
            <a:lvl4pPr lvl="3"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4pPr>
            <a:lvl5pPr lvl="4"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5pPr>
            <a:lvl6pPr lvl="5"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6pPr>
            <a:lvl7pPr lvl="6"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7pPr>
            <a:lvl8pPr lvl="7"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8pPr>
            <a:lvl9pPr lvl="8"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9pPr>
          </a:lstStyle>
          <a:p/>
        </p:txBody>
      </p:sp>
      <p:sp>
        <p:nvSpPr>
          <p:cNvPr id="651" name="Google Shape;651;p70"/>
          <p:cNvSpPr txBox="1"/>
          <p:nvPr>
            <p:ph idx="18" type="subTitle"/>
          </p:nvPr>
        </p:nvSpPr>
        <p:spPr>
          <a:xfrm>
            <a:off x="3867400" y="1601200"/>
            <a:ext cx="715200" cy="460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1pPr>
            <a:lvl2pPr lvl="1"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2pPr>
            <a:lvl3pPr lvl="2"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3pPr>
            <a:lvl4pPr lvl="3"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4pPr>
            <a:lvl5pPr lvl="4"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5pPr>
            <a:lvl6pPr lvl="5"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6pPr>
            <a:lvl7pPr lvl="6"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7pPr>
            <a:lvl8pPr lvl="7"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8pPr>
            <a:lvl9pPr lvl="8" algn="ctr">
              <a:spcBef>
                <a:spcPts val="0"/>
              </a:spcBef>
              <a:spcAft>
                <a:spcPts val="0"/>
              </a:spcAft>
              <a:buSzPts val="1400"/>
              <a:buFont typeface="IBM Plex Sans Light"/>
              <a:buNone/>
              <a:defRPr>
                <a:latin typeface="IBM Plex Sans Light"/>
                <a:ea typeface="IBM Plex Sans Light"/>
                <a:cs typeface="IBM Plex Sans Light"/>
                <a:sym typeface="IBM Plex Sans Light"/>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id Owned and Earned Media Plan">
  <p:cSld name="CUSTOM_19_1_1_1">
    <p:bg>
      <p:bgPr>
        <a:solidFill>
          <a:schemeClr val="accent2"/>
        </a:solidFill>
      </p:bgPr>
    </p:bg>
    <p:spTree>
      <p:nvGrpSpPr>
        <p:cNvPr id="652" name="Shape 652"/>
        <p:cNvGrpSpPr/>
        <p:nvPr/>
      </p:nvGrpSpPr>
      <p:grpSpPr>
        <a:xfrm>
          <a:off x="0" y="0"/>
          <a:ext cx="0" cy="0"/>
          <a:chOff x="0" y="0"/>
          <a:chExt cx="0" cy="0"/>
        </a:xfrm>
      </p:grpSpPr>
      <p:sp>
        <p:nvSpPr>
          <p:cNvPr id="653" name="Google Shape;653;p71"/>
          <p:cNvSpPr txBox="1"/>
          <p:nvPr>
            <p:ph type="title"/>
          </p:nvPr>
        </p:nvSpPr>
        <p:spPr>
          <a:xfrm>
            <a:off x="253950" y="26522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654" name="Google Shape;654;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
        <p:nvSpPr>
          <p:cNvPr id="655" name="Google Shape;655;p71"/>
          <p:cNvSpPr txBox="1"/>
          <p:nvPr>
            <p:ph idx="1" type="subTitle"/>
          </p:nvPr>
        </p:nvSpPr>
        <p:spPr>
          <a:xfrm>
            <a:off x="4942600" y="1739625"/>
            <a:ext cx="3551700" cy="43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IBM Plex Sans SemiBold"/>
              <a:buNone/>
              <a:defRPr/>
            </a:lvl1pPr>
            <a:lvl2pPr lvl="1">
              <a:spcBef>
                <a:spcPts val="0"/>
              </a:spcBef>
              <a:spcAft>
                <a:spcPts val="0"/>
              </a:spcAft>
              <a:buClr>
                <a:schemeClr val="dk1"/>
              </a:buClr>
              <a:buSzPts val="1400"/>
              <a:buFont typeface="IBM Plex Sans SemiBold"/>
              <a:buNone/>
              <a:defRPr>
                <a:solidFill>
                  <a:schemeClr val="dk1"/>
                </a:solidFill>
              </a:defRPr>
            </a:lvl2pPr>
            <a:lvl3pPr lvl="2">
              <a:spcBef>
                <a:spcPts val="0"/>
              </a:spcBef>
              <a:spcAft>
                <a:spcPts val="0"/>
              </a:spcAft>
              <a:buClr>
                <a:schemeClr val="dk1"/>
              </a:buClr>
              <a:buSzPts val="1400"/>
              <a:buFont typeface="IBM Plex Sans SemiBold"/>
              <a:buNone/>
              <a:defRPr>
                <a:solidFill>
                  <a:schemeClr val="dk1"/>
                </a:solidFill>
              </a:defRPr>
            </a:lvl3pPr>
            <a:lvl4pPr lvl="3">
              <a:spcBef>
                <a:spcPts val="0"/>
              </a:spcBef>
              <a:spcAft>
                <a:spcPts val="0"/>
              </a:spcAft>
              <a:buClr>
                <a:schemeClr val="dk1"/>
              </a:buClr>
              <a:buSzPts val="1400"/>
              <a:buFont typeface="IBM Plex Sans SemiBold"/>
              <a:buNone/>
              <a:defRPr>
                <a:solidFill>
                  <a:schemeClr val="dk1"/>
                </a:solidFill>
              </a:defRPr>
            </a:lvl4pPr>
            <a:lvl5pPr lvl="4">
              <a:spcBef>
                <a:spcPts val="0"/>
              </a:spcBef>
              <a:spcAft>
                <a:spcPts val="0"/>
              </a:spcAft>
              <a:buClr>
                <a:schemeClr val="dk1"/>
              </a:buClr>
              <a:buSzPts val="1400"/>
              <a:buFont typeface="IBM Plex Sans SemiBold"/>
              <a:buNone/>
              <a:defRPr>
                <a:solidFill>
                  <a:schemeClr val="dk1"/>
                </a:solidFill>
              </a:defRPr>
            </a:lvl5pPr>
            <a:lvl6pPr lvl="5">
              <a:spcBef>
                <a:spcPts val="0"/>
              </a:spcBef>
              <a:spcAft>
                <a:spcPts val="0"/>
              </a:spcAft>
              <a:buClr>
                <a:schemeClr val="dk1"/>
              </a:buClr>
              <a:buSzPts val="1400"/>
              <a:buFont typeface="IBM Plex Sans SemiBold"/>
              <a:buNone/>
              <a:defRPr>
                <a:solidFill>
                  <a:schemeClr val="dk1"/>
                </a:solidFill>
              </a:defRPr>
            </a:lvl6pPr>
            <a:lvl7pPr lvl="6">
              <a:spcBef>
                <a:spcPts val="0"/>
              </a:spcBef>
              <a:spcAft>
                <a:spcPts val="0"/>
              </a:spcAft>
              <a:buClr>
                <a:schemeClr val="dk1"/>
              </a:buClr>
              <a:buSzPts val="1400"/>
              <a:buFont typeface="IBM Plex Sans SemiBold"/>
              <a:buNone/>
              <a:defRPr>
                <a:solidFill>
                  <a:schemeClr val="dk1"/>
                </a:solidFill>
              </a:defRPr>
            </a:lvl7pPr>
            <a:lvl8pPr lvl="7">
              <a:spcBef>
                <a:spcPts val="0"/>
              </a:spcBef>
              <a:spcAft>
                <a:spcPts val="0"/>
              </a:spcAft>
              <a:buClr>
                <a:schemeClr val="dk1"/>
              </a:buClr>
              <a:buSzPts val="1400"/>
              <a:buFont typeface="IBM Plex Sans SemiBold"/>
              <a:buNone/>
              <a:defRPr>
                <a:solidFill>
                  <a:schemeClr val="dk1"/>
                </a:solidFill>
              </a:defRPr>
            </a:lvl8pPr>
            <a:lvl9pPr lvl="8">
              <a:spcBef>
                <a:spcPts val="0"/>
              </a:spcBef>
              <a:spcAft>
                <a:spcPts val="0"/>
              </a:spcAft>
              <a:buClr>
                <a:schemeClr val="dk1"/>
              </a:buClr>
              <a:buSzPts val="1400"/>
              <a:buFont typeface="IBM Plex Sans SemiBold"/>
              <a:buNone/>
              <a:defRPr>
                <a:solidFill>
                  <a:schemeClr val="dk1"/>
                </a:solidFill>
              </a:defRPr>
            </a:lvl9pPr>
          </a:lstStyle>
          <a:p/>
        </p:txBody>
      </p:sp>
      <p:sp>
        <p:nvSpPr>
          <p:cNvPr id="656" name="Google Shape;656;p71"/>
          <p:cNvSpPr txBox="1"/>
          <p:nvPr>
            <p:ph idx="2" type="body"/>
          </p:nvPr>
        </p:nvSpPr>
        <p:spPr>
          <a:xfrm>
            <a:off x="4957350" y="2130675"/>
            <a:ext cx="3537000" cy="1911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Char char="●"/>
              <a:defRPr/>
            </a:lvl1pPr>
            <a:lvl2pPr indent="-304800" lvl="1" marL="914400">
              <a:spcBef>
                <a:spcPts val="0"/>
              </a:spcBef>
              <a:spcAft>
                <a:spcPts val="0"/>
              </a:spcAft>
              <a:buClr>
                <a:schemeClr val="dk1"/>
              </a:buClr>
              <a:buSzPts val="1200"/>
              <a:buChar char="○"/>
              <a:defRPr/>
            </a:lvl2pPr>
            <a:lvl3pPr indent="-304800" lvl="2" marL="1371600">
              <a:spcBef>
                <a:spcPts val="0"/>
              </a:spcBef>
              <a:spcAft>
                <a:spcPts val="0"/>
              </a:spcAft>
              <a:buClr>
                <a:schemeClr val="dk1"/>
              </a:buClr>
              <a:buSzPts val="1200"/>
              <a:buChar char="■"/>
              <a:defRPr/>
            </a:lvl3pPr>
            <a:lvl4pPr indent="-304800" lvl="3" marL="1828800">
              <a:spcBef>
                <a:spcPts val="0"/>
              </a:spcBef>
              <a:spcAft>
                <a:spcPts val="0"/>
              </a:spcAft>
              <a:buClr>
                <a:schemeClr val="dk1"/>
              </a:buClr>
              <a:buSzPts val="1200"/>
              <a:buChar char="●"/>
              <a:defRPr/>
            </a:lvl4pPr>
            <a:lvl5pPr indent="-304800" lvl="4" marL="2286000">
              <a:spcBef>
                <a:spcPts val="0"/>
              </a:spcBef>
              <a:spcAft>
                <a:spcPts val="0"/>
              </a:spcAft>
              <a:buClr>
                <a:schemeClr val="dk1"/>
              </a:buClr>
              <a:buSzPts val="1200"/>
              <a:buChar char="○"/>
              <a:defRPr/>
            </a:lvl5pPr>
            <a:lvl6pPr indent="-304800" lvl="5" marL="2743200">
              <a:spcBef>
                <a:spcPts val="0"/>
              </a:spcBef>
              <a:spcAft>
                <a:spcPts val="0"/>
              </a:spcAft>
              <a:buClr>
                <a:schemeClr val="dk1"/>
              </a:buClr>
              <a:buSzPts val="1200"/>
              <a:buChar char="■"/>
              <a:defRPr/>
            </a:lvl6pPr>
            <a:lvl7pPr indent="-304800" lvl="6" marL="3200400">
              <a:spcBef>
                <a:spcPts val="0"/>
              </a:spcBef>
              <a:spcAft>
                <a:spcPts val="0"/>
              </a:spcAft>
              <a:buClr>
                <a:schemeClr val="dk1"/>
              </a:buClr>
              <a:buSzPts val="1200"/>
              <a:buChar char="●"/>
              <a:defRPr/>
            </a:lvl7pPr>
            <a:lvl8pPr indent="-304800" lvl="7" marL="3657600">
              <a:spcBef>
                <a:spcPts val="0"/>
              </a:spcBef>
              <a:spcAft>
                <a:spcPts val="0"/>
              </a:spcAft>
              <a:buClr>
                <a:schemeClr val="dk1"/>
              </a:buClr>
              <a:buSzPts val="1200"/>
              <a:buChar char="○"/>
              <a:defRPr/>
            </a:lvl8pPr>
            <a:lvl9pPr indent="-304800" lvl="8" marL="4114800">
              <a:spcBef>
                <a:spcPts val="0"/>
              </a:spcBef>
              <a:spcAft>
                <a:spcPts val="0"/>
              </a:spcAft>
              <a:buClr>
                <a:schemeClr val="dk1"/>
              </a:buClr>
              <a:buSzPts val="12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1">
    <p:spTree>
      <p:nvGrpSpPr>
        <p:cNvPr id="657" name="Shape 657"/>
        <p:cNvGrpSpPr/>
        <p:nvPr/>
      </p:nvGrpSpPr>
      <p:grpSpPr>
        <a:xfrm>
          <a:off x="0" y="0"/>
          <a:ext cx="0" cy="0"/>
          <a:chOff x="0" y="0"/>
          <a:chExt cx="0" cy="0"/>
        </a:xfrm>
      </p:grpSpPr>
      <p:sp>
        <p:nvSpPr>
          <p:cNvPr id="658" name="Google Shape;658;p72"/>
          <p:cNvSpPr/>
          <p:nvPr/>
        </p:nvSpPr>
        <p:spPr>
          <a:xfrm>
            <a:off x="0" y="1432675"/>
            <a:ext cx="9144000" cy="3731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
        <p:nvSpPr>
          <p:cNvPr id="659" name="Google Shape;659;p7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000"/>
            </a:lvl1pPr>
            <a:lvl2pPr lvl="1">
              <a:buNone/>
              <a:defRPr sz="1000"/>
            </a:lvl2pPr>
            <a:lvl3pPr lvl="2">
              <a:buNone/>
              <a:defRPr sz="1000"/>
            </a:lvl3pPr>
            <a:lvl4pPr lvl="3">
              <a:buNone/>
              <a:defRPr sz="1000"/>
            </a:lvl4pPr>
            <a:lvl5pPr lvl="4">
              <a:buNone/>
              <a:defRPr sz="1000"/>
            </a:lvl5pPr>
            <a:lvl6pPr lvl="5">
              <a:buNone/>
              <a:defRPr sz="1000"/>
            </a:lvl6pPr>
            <a:lvl7pPr lvl="6">
              <a:buNone/>
              <a:defRPr sz="1000"/>
            </a:lvl7pPr>
            <a:lvl8pPr lvl="7">
              <a:buNone/>
              <a:defRPr sz="1000"/>
            </a:lvl8pPr>
            <a:lvl9pPr lvl="8">
              <a:buNone/>
              <a:defRPr sz="1000"/>
            </a:lvl9pPr>
          </a:lstStyle>
          <a:p>
            <a:pPr indent="0" lvl="0" marL="0" rtl="0" algn="r">
              <a:spcBef>
                <a:spcPts val="0"/>
              </a:spcBef>
              <a:spcAft>
                <a:spcPts val="0"/>
              </a:spcAft>
              <a:buNone/>
            </a:pPr>
            <a:fld id="{00000000-1234-1234-1234-123412341234}" type="slidenum">
              <a:rPr lang="en"/>
              <a:t>‹#›</a:t>
            </a:fld>
            <a:endParaRPr/>
          </a:p>
        </p:txBody>
      </p:sp>
      <p:sp>
        <p:nvSpPr>
          <p:cNvPr id="660" name="Google Shape;660;p72"/>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None/>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661" name="Google Shape;661;p72"/>
          <p:cNvSpPr txBox="1"/>
          <p:nvPr>
            <p:ph idx="1" type="body"/>
          </p:nvPr>
        </p:nvSpPr>
        <p:spPr>
          <a:xfrm>
            <a:off x="392749" y="3776705"/>
            <a:ext cx="2558400" cy="1221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BM Plex Sans"/>
              <a:buChar char="●"/>
              <a:defRPr>
                <a:solidFill>
                  <a:schemeClr val="lt1"/>
                </a:solidFill>
              </a:defRPr>
            </a:lvl1pPr>
            <a:lvl2pPr indent="-304800" lvl="1" marL="914400">
              <a:spcBef>
                <a:spcPts val="0"/>
              </a:spcBef>
              <a:spcAft>
                <a:spcPts val="0"/>
              </a:spcAft>
              <a:buClr>
                <a:schemeClr val="lt1"/>
              </a:buClr>
              <a:buSzPts val="1200"/>
              <a:buFont typeface="IBM Plex Sans"/>
              <a:buChar char="○"/>
              <a:defRPr>
                <a:solidFill>
                  <a:schemeClr val="lt1"/>
                </a:solidFill>
              </a:defRPr>
            </a:lvl2pPr>
            <a:lvl3pPr indent="-304800" lvl="2" marL="1371600">
              <a:spcBef>
                <a:spcPts val="0"/>
              </a:spcBef>
              <a:spcAft>
                <a:spcPts val="0"/>
              </a:spcAft>
              <a:buClr>
                <a:schemeClr val="lt1"/>
              </a:buClr>
              <a:buSzPts val="1200"/>
              <a:buFont typeface="IBM Plex Sans"/>
              <a:buChar char="■"/>
              <a:defRPr>
                <a:solidFill>
                  <a:schemeClr val="lt1"/>
                </a:solidFill>
              </a:defRPr>
            </a:lvl3pPr>
            <a:lvl4pPr indent="-304800" lvl="3" marL="1828800">
              <a:spcBef>
                <a:spcPts val="0"/>
              </a:spcBef>
              <a:spcAft>
                <a:spcPts val="0"/>
              </a:spcAft>
              <a:buClr>
                <a:schemeClr val="lt1"/>
              </a:buClr>
              <a:buSzPts val="1200"/>
              <a:buFont typeface="IBM Plex Sans"/>
              <a:buChar char="●"/>
              <a:defRPr>
                <a:solidFill>
                  <a:schemeClr val="lt1"/>
                </a:solidFill>
              </a:defRPr>
            </a:lvl4pPr>
            <a:lvl5pPr indent="-304800" lvl="4" marL="2286000">
              <a:spcBef>
                <a:spcPts val="0"/>
              </a:spcBef>
              <a:spcAft>
                <a:spcPts val="0"/>
              </a:spcAft>
              <a:buClr>
                <a:schemeClr val="lt1"/>
              </a:buClr>
              <a:buSzPts val="1200"/>
              <a:buFont typeface="IBM Plex Sans"/>
              <a:buChar char="○"/>
              <a:defRPr>
                <a:solidFill>
                  <a:schemeClr val="lt1"/>
                </a:solidFill>
              </a:defRPr>
            </a:lvl5pPr>
            <a:lvl6pPr indent="-304800" lvl="5" marL="2743200">
              <a:spcBef>
                <a:spcPts val="0"/>
              </a:spcBef>
              <a:spcAft>
                <a:spcPts val="0"/>
              </a:spcAft>
              <a:buClr>
                <a:schemeClr val="lt1"/>
              </a:buClr>
              <a:buSzPts val="1200"/>
              <a:buFont typeface="IBM Plex Sans"/>
              <a:buChar char="■"/>
              <a:defRPr>
                <a:solidFill>
                  <a:schemeClr val="lt1"/>
                </a:solidFill>
              </a:defRPr>
            </a:lvl6pPr>
            <a:lvl7pPr indent="-304800" lvl="6" marL="3200400">
              <a:spcBef>
                <a:spcPts val="0"/>
              </a:spcBef>
              <a:spcAft>
                <a:spcPts val="0"/>
              </a:spcAft>
              <a:buClr>
                <a:schemeClr val="lt1"/>
              </a:buClr>
              <a:buSzPts val="1200"/>
              <a:buFont typeface="IBM Plex Sans"/>
              <a:buChar char="●"/>
              <a:defRPr>
                <a:solidFill>
                  <a:schemeClr val="lt1"/>
                </a:solidFill>
              </a:defRPr>
            </a:lvl7pPr>
            <a:lvl8pPr indent="-304800" lvl="7" marL="3657600">
              <a:spcBef>
                <a:spcPts val="0"/>
              </a:spcBef>
              <a:spcAft>
                <a:spcPts val="0"/>
              </a:spcAft>
              <a:buClr>
                <a:schemeClr val="lt1"/>
              </a:buClr>
              <a:buSzPts val="1200"/>
              <a:buFont typeface="IBM Plex Sans"/>
              <a:buChar char="○"/>
              <a:defRPr>
                <a:solidFill>
                  <a:schemeClr val="lt1"/>
                </a:solidFill>
              </a:defRPr>
            </a:lvl8pPr>
            <a:lvl9pPr indent="-304800" lvl="8" marL="4114800">
              <a:spcBef>
                <a:spcPts val="0"/>
              </a:spcBef>
              <a:spcAft>
                <a:spcPts val="0"/>
              </a:spcAft>
              <a:buClr>
                <a:schemeClr val="lt1"/>
              </a:buClr>
              <a:buSzPts val="1200"/>
              <a:buFont typeface="IBM Plex Sans"/>
              <a:buChar char="■"/>
              <a:defRPr>
                <a:solidFill>
                  <a:schemeClr val="lt1"/>
                </a:solidFill>
              </a:defRPr>
            </a:lvl9pPr>
          </a:lstStyle>
          <a:p/>
        </p:txBody>
      </p:sp>
      <p:sp>
        <p:nvSpPr>
          <p:cNvPr id="662" name="Google Shape;662;p72"/>
          <p:cNvSpPr/>
          <p:nvPr>
            <p:ph idx="2" type="pic"/>
          </p:nvPr>
        </p:nvSpPr>
        <p:spPr>
          <a:xfrm>
            <a:off x="392749" y="1693700"/>
            <a:ext cx="2368800" cy="1578300"/>
          </a:xfrm>
          <a:prstGeom prst="roundRect">
            <a:avLst>
              <a:gd fmla="val 50000" name="adj"/>
            </a:avLst>
          </a:prstGeom>
          <a:noFill/>
          <a:ln>
            <a:noFill/>
          </a:ln>
        </p:spPr>
      </p:sp>
      <p:sp>
        <p:nvSpPr>
          <p:cNvPr id="663" name="Google Shape;663;p72"/>
          <p:cNvSpPr txBox="1"/>
          <p:nvPr>
            <p:ph idx="3" type="title"/>
          </p:nvPr>
        </p:nvSpPr>
        <p:spPr>
          <a:xfrm>
            <a:off x="392750" y="3379200"/>
            <a:ext cx="25584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64" name="Google Shape;664;p72"/>
          <p:cNvSpPr txBox="1"/>
          <p:nvPr>
            <p:ph idx="4" type="body"/>
          </p:nvPr>
        </p:nvSpPr>
        <p:spPr>
          <a:xfrm>
            <a:off x="3241649" y="3776705"/>
            <a:ext cx="2558400" cy="1221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BM Plex Sans"/>
              <a:buChar char="●"/>
              <a:defRPr>
                <a:solidFill>
                  <a:schemeClr val="lt1"/>
                </a:solidFill>
              </a:defRPr>
            </a:lvl1pPr>
            <a:lvl2pPr indent="-304800" lvl="1" marL="914400">
              <a:spcBef>
                <a:spcPts val="0"/>
              </a:spcBef>
              <a:spcAft>
                <a:spcPts val="0"/>
              </a:spcAft>
              <a:buClr>
                <a:schemeClr val="lt1"/>
              </a:buClr>
              <a:buSzPts val="1200"/>
              <a:buFont typeface="IBM Plex Sans"/>
              <a:buChar char="○"/>
              <a:defRPr>
                <a:solidFill>
                  <a:schemeClr val="lt1"/>
                </a:solidFill>
              </a:defRPr>
            </a:lvl2pPr>
            <a:lvl3pPr indent="-304800" lvl="2" marL="1371600">
              <a:spcBef>
                <a:spcPts val="0"/>
              </a:spcBef>
              <a:spcAft>
                <a:spcPts val="0"/>
              </a:spcAft>
              <a:buClr>
                <a:schemeClr val="lt1"/>
              </a:buClr>
              <a:buSzPts val="1200"/>
              <a:buFont typeface="IBM Plex Sans"/>
              <a:buChar char="■"/>
              <a:defRPr>
                <a:solidFill>
                  <a:schemeClr val="lt1"/>
                </a:solidFill>
              </a:defRPr>
            </a:lvl3pPr>
            <a:lvl4pPr indent="-304800" lvl="3" marL="1828800">
              <a:spcBef>
                <a:spcPts val="0"/>
              </a:spcBef>
              <a:spcAft>
                <a:spcPts val="0"/>
              </a:spcAft>
              <a:buClr>
                <a:schemeClr val="lt1"/>
              </a:buClr>
              <a:buSzPts val="1200"/>
              <a:buFont typeface="IBM Plex Sans"/>
              <a:buChar char="●"/>
              <a:defRPr>
                <a:solidFill>
                  <a:schemeClr val="lt1"/>
                </a:solidFill>
              </a:defRPr>
            </a:lvl4pPr>
            <a:lvl5pPr indent="-304800" lvl="4" marL="2286000">
              <a:spcBef>
                <a:spcPts val="0"/>
              </a:spcBef>
              <a:spcAft>
                <a:spcPts val="0"/>
              </a:spcAft>
              <a:buClr>
                <a:schemeClr val="lt1"/>
              </a:buClr>
              <a:buSzPts val="1200"/>
              <a:buFont typeface="IBM Plex Sans"/>
              <a:buChar char="○"/>
              <a:defRPr>
                <a:solidFill>
                  <a:schemeClr val="lt1"/>
                </a:solidFill>
              </a:defRPr>
            </a:lvl5pPr>
            <a:lvl6pPr indent="-304800" lvl="5" marL="2743200">
              <a:spcBef>
                <a:spcPts val="0"/>
              </a:spcBef>
              <a:spcAft>
                <a:spcPts val="0"/>
              </a:spcAft>
              <a:buClr>
                <a:schemeClr val="lt1"/>
              </a:buClr>
              <a:buSzPts val="1200"/>
              <a:buFont typeface="IBM Plex Sans"/>
              <a:buChar char="■"/>
              <a:defRPr>
                <a:solidFill>
                  <a:schemeClr val="lt1"/>
                </a:solidFill>
              </a:defRPr>
            </a:lvl6pPr>
            <a:lvl7pPr indent="-304800" lvl="6" marL="3200400">
              <a:spcBef>
                <a:spcPts val="0"/>
              </a:spcBef>
              <a:spcAft>
                <a:spcPts val="0"/>
              </a:spcAft>
              <a:buClr>
                <a:schemeClr val="lt1"/>
              </a:buClr>
              <a:buSzPts val="1200"/>
              <a:buFont typeface="IBM Plex Sans"/>
              <a:buChar char="●"/>
              <a:defRPr>
                <a:solidFill>
                  <a:schemeClr val="lt1"/>
                </a:solidFill>
              </a:defRPr>
            </a:lvl7pPr>
            <a:lvl8pPr indent="-304800" lvl="7" marL="3657600">
              <a:spcBef>
                <a:spcPts val="0"/>
              </a:spcBef>
              <a:spcAft>
                <a:spcPts val="0"/>
              </a:spcAft>
              <a:buClr>
                <a:schemeClr val="lt1"/>
              </a:buClr>
              <a:buSzPts val="1200"/>
              <a:buFont typeface="IBM Plex Sans"/>
              <a:buChar char="○"/>
              <a:defRPr>
                <a:solidFill>
                  <a:schemeClr val="lt1"/>
                </a:solidFill>
              </a:defRPr>
            </a:lvl8pPr>
            <a:lvl9pPr indent="-304800" lvl="8" marL="4114800">
              <a:spcBef>
                <a:spcPts val="0"/>
              </a:spcBef>
              <a:spcAft>
                <a:spcPts val="0"/>
              </a:spcAft>
              <a:buClr>
                <a:schemeClr val="lt1"/>
              </a:buClr>
              <a:buSzPts val="1200"/>
              <a:buFont typeface="IBM Plex Sans"/>
              <a:buChar char="■"/>
              <a:defRPr>
                <a:solidFill>
                  <a:schemeClr val="lt1"/>
                </a:solidFill>
              </a:defRPr>
            </a:lvl9pPr>
          </a:lstStyle>
          <a:p/>
        </p:txBody>
      </p:sp>
      <p:sp>
        <p:nvSpPr>
          <p:cNvPr id="665" name="Google Shape;665;p72"/>
          <p:cNvSpPr/>
          <p:nvPr>
            <p:ph idx="5" type="pic"/>
          </p:nvPr>
        </p:nvSpPr>
        <p:spPr>
          <a:xfrm>
            <a:off x="3241649" y="1693700"/>
            <a:ext cx="2368800" cy="1578300"/>
          </a:xfrm>
          <a:prstGeom prst="roundRect">
            <a:avLst>
              <a:gd fmla="val 50000" name="adj"/>
            </a:avLst>
          </a:prstGeom>
          <a:noFill/>
          <a:ln>
            <a:noFill/>
          </a:ln>
        </p:spPr>
      </p:sp>
      <p:sp>
        <p:nvSpPr>
          <p:cNvPr id="666" name="Google Shape;666;p72"/>
          <p:cNvSpPr txBox="1"/>
          <p:nvPr>
            <p:ph idx="6" type="title"/>
          </p:nvPr>
        </p:nvSpPr>
        <p:spPr>
          <a:xfrm>
            <a:off x="3241650" y="3379200"/>
            <a:ext cx="25584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67" name="Google Shape;667;p72"/>
          <p:cNvSpPr txBox="1"/>
          <p:nvPr>
            <p:ph idx="7" type="body"/>
          </p:nvPr>
        </p:nvSpPr>
        <p:spPr>
          <a:xfrm>
            <a:off x="6090549" y="3776705"/>
            <a:ext cx="2558400" cy="1221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BM Plex Sans"/>
              <a:buChar char="●"/>
              <a:defRPr>
                <a:solidFill>
                  <a:schemeClr val="lt1"/>
                </a:solidFill>
              </a:defRPr>
            </a:lvl1pPr>
            <a:lvl2pPr indent="-304800" lvl="1" marL="914400">
              <a:spcBef>
                <a:spcPts val="0"/>
              </a:spcBef>
              <a:spcAft>
                <a:spcPts val="0"/>
              </a:spcAft>
              <a:buClr>
                <a:schemeClr val="lt1"/>
              </a:buClr>
              <a:buSzPts val="1200"/>
              <a:buFont typeface="IBM Plex Sans"/>
              <a:buChar char="○"/>
              <a:defRPr>
                <a:solidFill>
                  <a:schemeClr val="lt1"/>
                </a:solidFill>
              </a:defRPr>
            </a:lvl2pPr>
            <a:lvl3pPr indent="-304800" lvl="2" marL="1371600">
              <a:spcBef>
                <a:spcPts val="0"/>
              </a:spcBef>
              <a:spcAft>
                <a:spcPts val="0"/>
              </a:spcAft>
              <a:buClr>
                <a:schemeClr val="lt1"/>
              </a:buClr>
              <a:buSzPts val="1200"/>
              <a:buFont typeface="IBM Plex Sans"/>
              <a:buChar char="■"/>
              <a:defRPr>
                <a:solidFill>
                  <a:schemeClr val="lt1"/>
                </a:solidFill>
              </a:defRPr>
            </a:lvl3pPr>
            <a:lvl4pPr indent="-304800" lvl="3" marL="1828800">
              <a:spcBef>
                <a:spcPts val="0"/>
              </a:spcBef>
              <a:spcAft>
                <a:spcPts val="0"/>
              </a:spcAft>
              <a:buClr>
                <a:schemeClr val="lt1"/>
              </a:buClr>
              <a:buSzPts val="1200"/>
              <a:buFont typeface="IBM Plex Sans"/>
              <a:buChar char="●"/>
              <a:defRPr>
                <a:solidFill>
                  <a:schemeClr val="lt1"/>
                </a:solidFill>
              </a:defRPr>
            </a:lvl4pPr>
            <a:lvl5pPr indent="-304800" lvl="4" marL="2286000">
              <a:spcBef>
                <a:spcPts val="0"/>
              </a:spcBef>
              <a:spcAft>
                <a:spcPts val="0"/>
              </a:spcAft>
              <a:buClr>
                <a:schemeClr val="lt1"/>
              </a:buClr>
              <a:buSzPts val="1200"/>
              <a:buFont typeface="IBM Plex Sans"/>
              <a:buChar char="○"/>
              <a:defRPr>
                <a:solidFill>
                  <a:schemeClr val="lt1"/>
                </a:solidFill>
              </a:defRPr>
            </a:lvl5pPr>
            <a:lvl6pPr indent="-304800" lvl="5" marL="2743200">
              <a:spcBef>
                <a:spcPts val="0"/>
              </a:spcBef>
              <a:spcAft>
                <a:spcPts val="0"/>
              </a:spcAft>
              <a:buClr>
                <a:schemeClr val="lt1"/>
              </a:buClr>
              <a:buSzPts val="1200"/>
              <a:buFont typeface="IBM Plex Sans"/>
              <a:buChar char="■"/>
              <a:defRPr>
                <a:solidFill>
                  <a:schemeClr val="lt1"/>
                </a:solidFill>
              </a:defRPr>
            </a:lvl6pPr>
            <a:lvl7pPr indent="-304800" lvl="6" marL="3200400">
              <a:spcBef>
                <a:spcPts val="0"/>
              </a:spcBef>
              <a:spcAft>
                <a:spcPts val="0"/>
              </a:spcAft>
              <a:buClr>
                <a:schemeClr val="lt1"/>
              </a:buClr>
              <a:buSzPts val="1200"/>
              <a:buFont typeface="IBM Plex Sans"/>
              <a:buChar char="●"/>
              <a:defRPr>
                <a:solidFill>
                  <a:schemeClr val="lt1"/>
                </a:solidFill>
              </a:defRPr>
            </a:lvl7pPr>
            <a:lvl8pPr indent="-304800" lvl="7" marL="3657600">
              <a:spcBef>
                <a:spcPts val="0"/>
              </a:spcBef>
              <a:spcAft>
                <a:spcPts val="0"/>
              </a:spcAft>
              <a:buClr>
                <a:schemeClr val="lt1"/>
              </a:buClr>
              <a:buSzPts val="1200"/>
              <a:buFont typeface="IBM Plex Sans"/>
              <a:buChar char="○"/>
              <a:defRPr>
                <a:solidFill>
                  <a:schemeClr val="lt1"/>
                </a:solidFill>
              </a:defRPr>
            </a:lvl8pPr>
            <a:lvl9pPr indent="-304800" lvl="8" marL="4114800">
              <a:spcBef>
                <a:spcPts val="0"/>
              </a:spcBef>
              <a:spcAft>
                <a:spcPts val="0"/>
              </a:spcAft>
              <a:buClr>
                <a:schemeClr val="lt1"/>
              </a:buClr>
              <a:buSzPts val="1200"/>
              <a:buFont typeface="IBM Plex Sans"/>
              <a:buChar char="■"/>
              <a:defRPr>
                <a:solidFill>
                  <a:schemeClr val="lt1"/>
                </a:solidFill>
              </a:defRPr>
            </a:lvl9pPr>
          </a:lstStyle>
          <a:p/>
        </p:txBody>
      </p:sp>
      <p:sp>
        <p:nvSpPr>
          <p:cNvPr id="668" name="Google Shape;668;p72"/>
          <p:cNvSpPr/>
          <p:nvPr>
            <p:ph idx="8" type="pic"/>
          </p:nvPr>
        </p:nvSpPr>
        <p:spPr>
          <a:xfrm>
            <a:off x="6090549" y="1693700"/>
            <a:ext cx="2368800" cy="1578300"/>
          </a:xfrm>
          <a:prstGeom prst="roundRect">
            <a:avLst>
              <a:gd fmla="val 50000" name="adj"/>
            </a:avLst>
          </a:prstGeom>
          <a:noFill/>
          <a:ln>
            <a:noFill/>
          </a:ln>
        </p:spPr>
      </p:sp>
      <p:sp>
        <p:nvSpPr>
          <p:cNvPr id="669" name="Google Shape;669;p72"/>
          <p:cNvSpPr txBox="1"/>
          <p:nvPr>
            <p:ph idx="9" type="title"/>
          </p:nvPr>
        </p:nvSpPr>
        <p:spPr>
          <a:xfrm>
            <a:off x="6090550" y="3379200"/>
            <a:ext cx="2558400" cy="496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70" name="Google Shape;670;p72"/>
          <p:cNvSpPr txBox="1"/>
          <p:nvPr>
            <p:ph idx="13"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1"/>
                </a:solidFill>
              </a:defRPr>
            </a:lvl1pPr>
            <a:lvl2pPr lvl="1" rtl="0">
              <a:buNone/>
              <a:defRPr sz="1000">
                <a:solidFill>
                  <a:schemeClr val="accent1"/>
                </a:solidFill>
              </a:defRPr>
            </a:lvl2pPr>
            <a:lvl3pPr lvl="2" rtl="0">
              <a:buNone/>
              <a:defRPr sz="1000">
                <a:solidFill>
                  <a:schemeClr val="accent1"/>
                </a:solidFill>
              </a:defRPr>
            </a:lvl3pPr>
            <a:lvl4pPr lvl="3" rtl="0">
              <a:buNone/>
              <a:defRPr sz="1000">
                <a:solidFill>
                  <a:schemeClr val="accent1"/>
                </a:solidFill>
              </a:defRPr>
            </a:lvl4pPr>
            <a:lvl5pPr lvl="4" rtl="0">
              <a:buNone/>
              <a:defRPr sz="1000">
                <a:solidFill>
                  <a:schemeClr val="accent1"/>
                </a:solidFill>
              </a:defRPr>
            </a:lvl5pPr>
            <a:lvl6pPr lvl="5" rtl="0">
              <a:buNone/>
              <a:defRPr sz="1000">
                <a:solidFill>
                  <a:schemeClr val="accent1"/>
                </a:solidFill>
              </a:defRPr>
            </a:lvl6pPr>
            <a:lvl7pPr lvl="6" rtl="0">
              <a:buNone/>
              <a:defRPr sz="1000">
                <a:solidFill>
                  <a:schemeClr val="accent1"/>
                </a:solidFill>
              </a:defRPr>
            </a:lvl7pPr>
            <a:lvl8pPr lvl="7" rtl="0">
              <a:buNone/>
              <a:defRPr sz="1000">
                <a:solidFill>
                  <a:schemeClr val="accent1"/>
                </a:solidFill>
              </a:defRPr>
            </a:lvl8pPr>
            <a:lvl9pPr lvl="8" rtl="0">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les Enablement">
  <p:cSld name="CUSTOM_20">
    <p:spTree>
      <p:nvGrpSpPr>
        <p:cNvPr id="671" name="Shape 671"/>
        <p:cNvGrpSpPr/>
        <p:nvPr/>
      </p:nvGrpSpPr>
      <p:grpSpPr>
        <a:xfrm>
          <a:off x="0" y="0"/>
          <a:ext cx="0" cy="0"/>
          <a:chOff x="0" y="0"/>
          <a:chExt cx="0" cy="0"/>
        </a:xfrm>
      </p:grpSpPr>
      <p:sp>
        <p:nvSpPr>
          <p:cNvPr id="672" name="Google Shape;672;p73"/>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a:lvl1pPr>
            <a:lvl2pPr lvl="1">
              <a:spcBef>
                <a:spcPts val="0"/>
              </a:spcBef>
              <a:spcAft>
                <a:spcPts val="0"/>
              </a:spcAft>
              <a:buClr>
                <a:schemeClr val="dk1"/>
              </a:buClr>
              <a:buSzPts val="5000"/>
              <a:buFont typeface="IBM Plex Sans Light"/>
              <a:buNone/>
              <a:defRPr>
                <a:solidFill>
                  <a:schemeClr val="dk1"/>
                </a:solidFill>
              </a:defRPr>
            </a:lvl2pPr>
            <a:lvl3pPr lvl="2">
              <a:spcBef>
                <a:spcPts val="0"/>
              </a:spcBef>
              <a:spcAft>
                <a:spcPts val="0"/>
              </a:spcAft>
              <a:buClr>
                <a:schemeClr val="dk1"/>
              </a:buClr>
              <a:buSzPts val="5000"/>
              <a:buFont typeface="IBM Plex Sans Light"/>
              <a:buNone/>
              <a:defRPr>
                <a:solidFill>
                  <a:schemeClr val="dk1"/>
                </a:solidFill>
              </a:defRPr>
            </a:lvl3pPr>
            <a:lvl4pPr lvl="3">
              <a:spcBef>
                <a:spcPts val="0"/>
              </a:spcBef>
              <a:spcAft>
                <a:spcPts val="0"/>
              </a:spcAft>
              <a:buClr>
                <a:schemeClr val="dk1"/>
              </a:buClr>
              <a:buSzPts val="5000"/>
              <a:buFont typeface="IBM Plex Sans Light"/>
              <a:buNone/>
              <a:defRPr>
                <a:solidFill>
                  <a:schemeClr val="dk1"/>
                </a:solidFill>
              </a:defRPr>
            </a:lvl4pPr>
            <a:lvl5pPr lvl="4">
              <a:spcBef>
                <a:spcPts val="0"/>
              </a:spcBef>
              <a:spcAft>
                <a:spcPts val="0"/>
              </a:spcAft>
              <a:buClr>
                <a:schemeClr val="dk1"/>
              </a:buClr>
              <a:buSzPts val="5000"/>
              <a:buFont typeface="IBM Plex Sans Light"/>
              <a:buNone/>
              <a:defRPr>
                <a:solidFill>
                  <a:schemeClr val="dk1"/>
                </a:solidFill>
              </a:defRPr>
            </a:lvl5pPr>
            <a:lvl6pPr lvl="5">
              <a:spcBef>
                <a:spcPts val="0"/>
              </a:spcBef>
              <a:spcAft>
                <a:spcPts val="0"/>
              </a:spcAft>
              <a:buClr>
                <a:schemeClr val="dk1"/>
              </a:buClr>
              <a:buSzPts val="5000"/>
              <a:buFont typeface="IBM Plex Sans Light"/>
              <a:buNone/>
              <a:defRPr>
                <a:solidFill>
                  <a:schemeClr val="dk1"/>
                </a:solidFill>
              </a:defRPr>
            </a:lvl6pPr>
            <a:lvl7pPr lvl="6">
              <a:spcBef>
                <a:spcPts val="0"/>
              </a:spcBef>
              <a:spcAft>
                <a:spcPts val="0"/>
              </a:spcAft>
              <a:buClr>
                <a:schemeClr val="dk1"/>
              </a:buClr>
              <a:buSzPts val="5000"/>
              <a:buFont typeface="IBM Plex Sans Light"/>
              <a:buNone/>
              <a:defRPr>
                <a:solidFill>
                  <a:schemeClr val="dk1"/>
                </a:solidFill>
              </a:defRPr>
            </a:lvl7pPr>
            <a:lvl8pPr lvl="7">
              <a:spcBef>
                <a:spcPts val="0"/>
              </a:spcBef>
              <a:spcAft>
                <a:spcPts val="0"/>
              </a:spcAft>
              <a:buClr>
                <a:schemeClr val="dk1"/>
              </a:buClr>
              <a:buSzPts val="5000"/>
              <a:buFont typeface="IBM Plex Sans Light"/>
              <a:buNone/>
              <a:defRPr>
                <a:solidFill>
                  <a:schemeClr val="dk1"/>
                </a:solidFill>
              </a:defRPr>
            </a:lvl8pPr>
            <a:lvl9pPr lvl="8">
              <a:spcBef>
                <a:spcPts val="0"/>
              </a:spcBef>
              <a:spcAft>
                <a:spcPts val="0"/>
              </a:spcAft>
              <a:buClr>
                <a:schemeClr val="dk1"/>
              </a:buClr>
              <a:buSzPts val="5000"/>
              <a:buFont typeface="IBM Plex Sans Light"/>
              <a:buNone/>
              <a:defRPr>
                <a:solidFill>
                  <a:schemeClr val="dk1"/>
                </a:solidFill>
              </a:defRPr>
            </a:lvl9pPr>
          </a:lstStyle>
          <a:p/>
        </p:txBody>
      </p:sp>
      <p:sp>
        <p:nvSpPr>
          <p:cNvPr id="673" name="Google Shape;673;p7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3"/>
                </a:solidFill>
              </a:defRPr>
            </a:lvl1pPr>
            <a:lvl2pPr lvl="1" rtl="0">
              <a:buNone/>
              <a:defRPr sz="1000">
                <a:solidFill>
                  <a:schemeClr val="accent3"/>
                </a:solidFill>
              </a:defRPr>
            </a:lvl2pPr>
            <a:lvl3pPr lvl="2" rtl="0">
              <a:buNone/>
              <a:defRPr sz="1000">
                <a:solidFill>
                  <a:schemeClr val="accent3"/>
                </a:solidFill>
              </a:defRPr>
            </a:lvl3pPr>
            <a:lvl4pPr lvl="3" rtl="0">
              <a:buNone/>
              <a:defRPr sz="1000">
                <a:solidFill>
                  <a:schemeClr val="accent3"/>
                </a:solidFill>
              </a:defRPr>
            </a:lvl4pPr>
            <a:lvl5pPr lvl="4" rtl="0">
              <a:buNone/>
              <a:defRPr sz="1000">
                <a:solidFill>
                  <a:schemeClr val="accent3"/>
                </a:solidFill>
              </a:defRPr>
            </a:lvl5pPr>
            <a:lvl6pPr lvl="5" rtl="0">
              <a:buNone/>
              <a:defRPr sz="1000">
                <a:solidFill>
                  <a:schemeClr val="accent3"/>
                </a:solidFill>
              </a:defRPr>
            </a:lvl6pPr>
            <a:lvl7pPr lvl="6" rtl="0">
              <a:buNone/>
              <a:defRPr sz="1000">
                <a:solidFill>
                  <a:schemeClr val="accent3"/>
                </a:solidFill>
              </a:defRPr>
            </a:lvl7pPr>
            <a:lvl8pPr lvl="7" rtl="0">
              <a:buNone/>
              <a:defRPr sz="1000">
                <a:solidFill>
                  <a:schemeClr val="accent3"/>
                </a:solidFill>
              </a:defRPr>
            </a:lvl8pPr>
            <a:lvl9pPr lvl="8" rtl="0">
              <a:buNone/>
              <a:defRPr sz="10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ies">
  <p:cSld name="CUSTOM_23">
    <p:bg>
      <p:bgPr>
        <a:solidFill>
          <a:schemeClr val="dk1"/>
        </a:solidFill>
      </p:bgPr>
    </p:bg>
    <p:spTree>
      <p:nvGrpSpPr>
        <p:cNvPr id="674" name="Shape 674"/>
        <p:cNvGrpSpPr/>
        <p:nvPr/>
      </p:nvGrpSpPr>
      <p:grpSpPr>
        <a:xfrm>
          <a:off x="0" y="0"/>
          <a:ext cx="0" cy="0"/>
          <a:chOff x="0" y="0"/>
          <a:chExt cx="0" cy="0"/>
        </a:xfrm>
      </p:grpSpPr>
      <p:sp>
        <p:nvSpPr>
          <p:cNvPr id="675" name="Google Shape;675;p7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74"/>
          <p:cNvSpPr txBox="1"/>
          <p:nvPr>
            <p:ph type="title"/>
          </p:nvPr>
        </p:nvSpPr>
        <p:spPr>
          <a:xfrm>
            <a:off x="254000" y="270175"/>
            <a:ext cx="8545200" cy="116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000"/>
              <a:buFont typeface="IBM Plex Sans Light"/>
              <a:buNone/>
              <a:defRPr>
                <a:solidFill>
                  <a:schemeClr val="lt1"/>
                </a:solidFill>
              </a:defRPr>
            </a:lvl1pPr>
            <a:lvl2pPr lvl="1">
              <a:spcBef>
                <a:spcPts val="0"/>
              </a:spcBef>
              <a:spcAft>
                <a:spcPts val="0"/>
              </a:spcAft>
              <a:buClr>
                <a:schemeClr val="lt1"/>
              </a:buClr>
              <a:buSzPts val="5000"/>
              <a:buFont typeface="IBM Plex Sans Light"/>
              <a:buNone/>
              <a:defRPr>
                <a:solidFill>
                  <a:schemeClr val="lt1"/>
                </a:solidFill>
              </a:defRPr>
            </a:lvl2pPr>
            <a:lvl3pPr lvl="2">
              <a:spcBef>
                <a:spcPts val="0"/>
              </a:spcBef>
              <a:spcAft>
                <a:spcPts val="0"/>
              </a:spcAft>
              <a:buClr>
                <a:schemeClr val="lt1"/>
              </a:buClr>
              <a:buSzPts val="5000"/>
              <a:buFont typeface="IBM Plex Sans Light"/>
              <a:buNone/>
              <a:defRPr>
                <a:solidFill>
                  <a:schemeClr val="lt1"/>
                </a:solidFill>
              </a:defRPr>
            </a:lvl3pPr>
            <a:lvl4pPr lvl="3">
              <a:spcBef>
                <a:spcPts val="0"/>
              </a:spcBef>
              <a:spcAft>
                <a:spcPts val="0"/>
              </a:spcAft>
              <a:buClr>
                <a:schemeClr val="lt1"/>
              </a:buClr>
              <a:buSzPts val="5000"/>
              <a:buFont typeface="IBM Plex Sans Light"/>
              <a:buNone/>
              <a:defRPr>
                <a:solidFill>
                  <a:schemeClr val="lt1"/>
                </a:solidFill>
              </a:defRPr>
            </a:lvl4pPr>
            <a:lvl5pPr lvl="4">
              <a:spcBef>
                <a:spcPts val="0"/>
              </a:spcBef>
              <a:spcAft>
                <a:spcPts val="0"/>
              </a:spcAft>
              <a:buClr>
                <a:schemeClr val="lt1"/>
              </a:buClr>
              <a:buSzPts val="5000"/>
              <a:buFont typeface="IBM Plex Sans Light"/>
              <a:buNone/>
              <a:defRPr>
                <a:solidFill>
                  <a:schemeClr val="lt1"/>
                </a:solidFill>
              </a:defRPr>
            </a:lvl5pPr>
            <a:lvl6pPr lvl="5">
              <a:spcBef>
                <a:spcPts val="0"/>
              </a:spcBef>
              <a:spcAft>
                <a:spcPts val="0"/>
              </a:spcAft>
              <a:buClr>
                <a:schemeClr val="lt1"/>
              </a:buClr>
              <a:buSzPts val="5000"/>
              <a:buFont typeface="IBM Plex Sans Light"/>
              <a:buNone/>
              <a:defRPr>
                <a:solidFill>
                  <a:schemeClr val="lt1"/>
                </a:solidFill>
              </a:defRPr>
            </a:lvl6pPr>
            <a:lvl7pPr lvl="6">
              <a:spcBef>
                <a:spcPts val="0"/>
              </a:spcBef>
              <a:spcAft>
                <a:spcPts val="0"/>
              </a:spcAft>
              <a:buClr>
                <a:schemeClr val="lt1"/>
              </a:buClr>
              <a:buSzPts val="5000"/>
              <a:buFont typeface="IBM Plex Sans Light"/>
              <a:buNone/>
              <a:defRPr>
                <a:solidFill>
                  <a:schemeClr val="lt1"/>
                </a:solidFill>
              </a:defRPr>
            </a:lvl7pPr>
            <a:lvl8pPr lvl="7">
              <a:spcBef>
                <a:spcPts val="0"/>
              </a:spcBef>
              <a:spcAft>
                <a:spcPts val="0"/>
              </a:spcAft>
              <a:buClr>
                <a:schemeClr val="lt1"/>
              </a:buClr>
              <a:buSzPts val="5000"/>
              <a:buFont typeface="IBM Plex Sans Light"/>
              <a:buNone/>
              <a:defRPr>
                <a:solidFill>
                  <a:schemeClr val="lt1"/>
                </a:solidFill>
              </a:defRPr>
            </a:lvl8pPr>
            <a:lvl9pPr lvl="8">
              <a:spcBef>
                <a:spcPts val="0"/>
              </a:spcBef>
              <a:spcAft>
                <a:spcPts val="0"/>
              </a:spcAft>
              <a:buClr>
                <a:schemeClr val="lt1"/>
              </a:buClr>
              <a:buSzPts val="5000"/>
              <a:buFont typeface="IBM Plex Sans Light"/>
              <a:buNone/>
              <a:defRPr>
                <a:solidFill>
                  <a:schemeClr val="lt1"/>
                </a:solidFill>
              </a:defRPr>
            </a:lvl9pPr>
          </a:lstStyle>
          <a:p/>
        </p:txBody>
      </p:sp>
      <p:sp>
        <p:nvSpPr>
          <p:cNvPr id="677" name="Google Shape;677;p74"/>
          <p:cNvSpPr/>
          <p:nvPr>
            <p:ph idx="2" type="pic"/>
          </p:nvPr>
        </p:nvSpPr>
        <p:spPr>
          <a:xfrm>
            <a:off x="406400" y="1261725"/>
            <a:ext cx="1951500" cy="1698900"/>
          </a:xfrm>
          <a:prstGeom prst="rect">
            <a:avLst/>
          </a:prstGeom>
          <a:noFill/>
          <a:ln>
            <a:noFill/>
          </a:ln>
        </p:spPr>
      </p:sp>
      <p:sp>
        <p:nvSpPr>
          <p:cNvPr id="678" name="Google Shape;678;p74"/>
          <p:cNvSpPr/>
          <p:nvPr>
            <p:ph idx="3" type="pic"/>
          </p:nvPr>
        </p:nvSpPr>
        <p:spPr>
          <a:xfrm>
            <a:off x="4574150" y="1261725"/>
            <a:ext cx="1951500" cy="1698900"/>
          </a:xfrm>
          <a:prstGeom prst="rect">
            <a:avLst/>
          </a:prstGeom>
          <a:noFill/>
          <a:ln>
            <a:noFill/>
          </a:ln>
        </p:spPr>
      </p:sp>
      <p:sp>
        <p:nvSpPr>
          <p:cNvPr id="679" name="Google Shape;679;p74"/>
          <p:cNvSpPr/>
          <p:nvPr>
            <p:ph idx="4" type="pic"/>
          </p:nvPr>
        </p:nvSpPr>
        <p:spPr>
          <a:xfrm>
            <a:off x="406400" y="3205300"/>
            <a:ext cx="1951500" cy="1698900"/>
          </a:xfrm>
          <a:prstGeom prst="rect">
            <a:avLst/>
          </a:prstGeom>
          <a:noFill/>
          <a:ln>
            <a:noFill/>
          </a:ln>
        </p:spPr>
      </p:sp>
      <p:sp>
        <p:nvSpPr>
          <p:cNvPr id="680" name="Google Shape;680;p74"/>
          <p:cNvSpPr/>
          <p:nvPr>
            <p:ph idx="5" type="pic"/>
          </p:nvPr>
        </p:nvSpPr>
        <p:spPr>
          <a:xfrm>
            <a:off x="4574150" y="3205300"/>
            <a:ext cx="1951500" cy="1698900"/>
          </a:xfrm>
          <a:prstGeom prst="rect">
            <a:avLst/>
          </a:prstGeom>
          <a:noFill/>
          <a:ln>
            <a:noFill/>
          </a:ln>
        </p:spPr>
      </p:sp>
      <p:sp>
        <p:nvSpPr>
          <p:cNvPr id="681" name="Google Shape;681;p74"/>
          <p:cNvSpPr txBox="1"/>
          <p:nvPr>
            <p:ph idx="6"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1"/>
                </a:solidFill>
              </a:defRPr>
            </a:lvl1pPr>
            <a:lvl2pPr lvl="1" rtl="0">
              <a:buNone/>
              <a:defRPr sz="1000">
                <a:solidFill>
                  <a:schemeClr val="accent1"/>
                </a:solidFill>
              </a:defRPr>
            </a:lvl2pPr>
            <a:lvl3pPr lvl="2" rtl="0">
              <a:buNone/>
              <a:defRPr sz="1000">
                <a:solidFill>
                  <a:schemeClr val="accent1"/>
                </a:solidFill>
              </a:defRPr>
            </a:lvl3pPr>
            <a:lvl4pPr lvl="3" rtl="0">
              <a:buNone/>
              <a:defRPr sz="1000">
                <a:solidFill>
                  <a:schemeClr val="accent1"/>
                </a:solidFill>
              </a:defRPr>
            </a:lvl4pPr>
            <a:lvl5pPr lvl="4" rtl="0">
              <a:buNone/>
              <a:defRPr sz="1000">
                <a:solidFill>
                  <a:schemeClr val="accent1"/>
                </a:solidFill>
              </a:defRPr>
            </a:lvl5pPr>
            <a:lvl6pPr lvl="5" rtl="0">
              <a:buNone/>
              <a:defRPr sz="1000">
                <a:solidFill>
                  <a:schemeClr val="accent1"/>
                </a:solidFill>
              </a:defRPr>
            </a:lvl6pPr>
            <a:lvl7pPr lvl="6" rtl="0">
              <a:buNone/>
              <a:defRPr sz="1000">
                <a:solidFill>
                  <a:schemeClr val="accent1"/>
                </a:solidFill>
              </a:defRPr>
            </a:lvl7pPr>
            <a:lvl8pPr lvl="7" rtl="0">
              <a:buNone/>
              <a:defRPr sz="1000">
                <a:solidFill>
                  <a:schemeClr val="accent1"/>
                </a:solidFill>
              </a:defRPr>
            </a:lvl8pPr>
            <a:lvl9pPr lvl="8" rtl="0">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file">
  <p:cSld name="CUSTOM_28">
    <p:bg>
      <p:bgPr>
        <a:solidFill>
          <a:schemeClr val="accent2"/>
        </a:solidFill>
      </p:bgPr>
    </p:bg>
    <p:spTree>
      <p:nvGrpSpPr>
        <p:cNvPr id="682" name="Shape 682"/>
        <p:cNvGrpSpPr/>
        <p:nvPr/>
      </p:nvGrpSpPr>
      <p:grpSpPr>
        <a:xfrm>
          <a:off x="0" y="0"/>
          <a:ext cx="0" cy="0"/>
          <a:chOff x="0" y="0"/>
          <a:chExt cx="0" cy="0"/>
        </a:xfrm>
      </p:grpSpPr>
      <p:sp>
        <p:nvSpPr>
          <p:cNvPr id="683" name="Google Shape;683;p7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4" name="Google Shape;684;p75"/>
          <p:cNvSpPr txBox="1"/>
          <p:nvPr>
            <p:ph idx="1" type="subTitle"/>
          </p:nvPr>
        </p:nvSpPr>
        <p:spPr>
          <a:xfrm>
            <a:off x="3462400" y="863700"/>
            <a:ext cx="2336700" cy="27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685" name="Google Shape;685;p75"/>
          <p:cNvSpPr txBox="1"/>
          <p:nvPr>
            <p:ph idx="2" type="subTitle"/>
          </p:nvPr>
        </p:nvSpPr>
        <p:spPr>
          <a:xfrm>
            <a:off x="6321200" y="863700"/>
            <a:ext cx="2336700" cy="27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686" name="Google Shape;686;p75"/>
          <p:cNvSpPr txBox="1"/>
          <p:nvPr>
            <p:ph idx="3" type="subTitle"/>
          </p:nvPr>
        </p:nvSpPr>
        <p:spPr>
          <a:xfrm>
            <a:off x="3462400" y="2286100"/>
            <a:ext cx="2336700" cy="27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687" name="Google Shape;687;p75"/>
          <p:cNvSpPr txBox="1"/>
          <p:nvPr>
            <p:ph idx="4" type="subTitle"/>
          </p:nvPr>
        </p:nvSpPr>
        <p:spPr>
          <a:xfrm>
            <a:off x="6321200" y="2286100"/>
            <a:ext cx="2336700" cy="27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688" name="Google Shape;688;p75"/>
          <p:cNvSpPr txBox="1"/>
          <p:nvPr>
            <p:ph idx="5" type="subTitle"/>
          </p:nvPr>
        </p:nvSpPr>
        <p:spPr>
          <a:xfrm>
            <a:off x="3361375" y="336300"/>
            <a:ext cx="5195400" cy="52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89" name="Google Shape;689;p75"/>
          <p:cNvSpPr txBox="1"/>
          <p:nvPr>
            <p:ph idx="6" type="body"/>
          </p:nvPr>
        </p:nvSpPr>
        <p:spPr>
          <a:xfrm>
            <a:off x="6166500" y="1384300"/>
            <a:ext cx="2491500" cy="965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690" name="Google Shape;690;p75"/>
          <p:cNvSpPr txBox="1"/>
          <p:nvPr>
            <p:ph idx="7" type="body"/>
          </p:nvPr>
        </p:nvSpPr>
        <p:spPr>
          <a:xfrm>
            <a:off x="6166500" y="2806800"/>
            <a:ext cx="2491500" cy="965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691" name="Google Shape;691;p75"/>
          <p:cNvSpPr txBox="1"/>
          <p:nvPr>
            <p:ph idx="8" type="subTitle"/>
          </p:nvPr>
        </p:nvSpPr>
        <p:spPr>
          <a:xfrm>
            <a:off x="3462400" y="3606900"/>
            <a:ext cx="2336700" cy="27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692" name="Google Shape;692;p75"/>
          <p:cNvSpPr txBox="1"/>
          <p:nvPr>
            <p:ph idx="9" type="body"/>
          </p:nvPr>
        </p:nvSpPr>
        <p:spPr>
          <a:xfrm>
            <a:off x="3326250" y="4038600"/>
            <a:ext cx="2491500" cy="609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693" name="Google Shape;693;p75"/>
          <p:cNvSpPr txBox="1"/>
          <p:nvPr>
            <p:ph idx="13" type="subTitle"/>
          </p:nvPr>
        </p:nvSpPr>
        <p:spPr>
          <a:xfrm>
            <a:off x="6243900" y="3772200"/>
            <a:ext cx="2336700" cy="1041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694" name="Google Shape;694;p75"/>
          <p:cNvSpPr/>
          <p:nvPr>
            <p:ph idx="14" type="pic"/>
          </p:nvPr>
        </p:nvSpPr>
        <p:spPr>
          <a:xfrm>
            <a:off x="495300" y="336300"/>
            <a:ext cx="2400300" cy="4540500"/>
          </a:xfrm>
          <a:prstGeom prst="roundRect">
            <a:avLst>
              <a:gd fmla="val 50000" name="adj"/>
            </a:avLst>
          </a:prstGeom>
          <a:noFill/>
          <a:ln>
            <a:noFill/>
          </a:ln>
        </p:spPr>
      </p:sp>
      <p:sp>
        <p:nvSpPr>
          <p:cNvPr id="695" name="Google Shape;695;p75"/>
          <p:cNvSpPr txBox="1"/>
          <p:nvPr>
            <p:ph idx="15" type="body"/>
          </p:nvPr>
        </p:nvSpPr>
        <p:spPr>
          <a:xfrm>
            <a:off x="3362650" y="1384300"/>
            <a:ext cx="2491500" cy="965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696" name="Google Shape;696;p75"/>
          <p:cNvSpPr txBox="1"/>
          <p:nvPr>
            <p:ph idx="16" type="body"/>
          </p:nvPr>
        </p:nvSpPr>
        <p:spPr>
          <a:xfrm>
            <a:off x="3362650" y="2806800"/>
            <a:ext cx="2491500" cy="965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3 Images">
  <p:cSld name="CUSTOM_29">
    <p:bg>
      <p:bgPr>
        <a:solidFill>
          <a:schemeClr val="dk1"/>
        </a:solidFill>
      </p:bgPr>
    </p:bg>
    <p:spTree>
      <p:nvGrpSpPr>
        <p:cNvPr id="697" name="Shape 697"/>
        <p:cNvGrpSpPr/>
        <p:nvPr/>
      </p:nvGrpSpPr>
      <p:grpSpPr>
        <a:xfrm>
          <a:off x="0" y="0"/>
          <a:ext cx="0" cy="0"/>
          <a:chOff x="0" y="0"/>
          <a:chExt cx="0" cy="0"/>
        </a:xfrm>
      </p:grpSpPr>
      <p:sp>
        <p:nvSpPr>
          <p:cNvPr id="698" name="Google Shape;698;p7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99" name="Google Shape;699;p76"/>
          <p:cNvSpPr/>
          <p:nvPr>
            <p:ph idx="2" type="pic"/>
          </p:nvPr>
        </p:nvSpPr>
        <p:spPr>
          <a:xfrm>
            <a:off x="666900" y="479700"/>
            <a:ext cx="2057400" cy="2555700"/>
          </a:xfrm>
          <a:prstGeom prst="roundRect">
            <a:avLst>
              <a:gd fmla="val 50000" name="adj"/>
            </a:avLst>
          </a:prstGeom>
          <a:noFill/>
          <a:ln>
            <a:noFill/>
          </a:ln>
        </p:spPr>
      </p:sp>
      <p:sp>
        <p:nvSpPr>
          <p:cNvPr id="700" name="Google Shape;700;p76"/>
          <p:cNvSpPr/>
          <p:nvPr>
            <p:ph idx="3" type="pic"/>
          </p:nvPr>
        </p:nvSpPr>
        <p:spPr>
          <a:xfrm>
            <a:off x="3543300" y="479700"/>
            <a:ext cx="2057400" cy="2555700"/>
          </a:xfrm>
          <a:prstGeom prst="roundRect">
            <a:avLst>
              <a:gd fmla="val 50000" name="adj"/>
            </a:avLst>
          </a:prstGeom>
          <a:noFill/>
          <a:ln>
            <a:noFill/>
          </a:ln>
        </p:spPr>
      </p:sp>
      <p:sp>
        <p:nvSpPr>
          <p:cNvPr id="701" name="Google Shape;701;p76"/>
          <p:cNvSpPr/>
          <p:nvPr>
            <p:ph idx="4" type="pic"/>
          </p:nvPr>
        </p:nvSpPr>
        <p:spPr>
          <a:xfrm>
            <a:off x="6419700" y="479700"/>
            <a:ext cx="2057400" cy="2555700"/>
          </a:xfrm>
          <a:prstGeom prst="roundRect">
            <a:avLst>
              <a:gd fmla="val 50000" name="adj"/>
            </a:avLst>
          </a:prstGeom>
          <a:noFill/>
          <a:ln>
            <a:noFill/>
          </a:ln>
        </p:spPr>
      </p:sp>
      <p:sp>
        <p:nvSpPr>
          <p:cNvPr id="702" name="Google Shape;702;p76"/>
          <p:cNvSpPr txBox="1"/>
          <p:nvPr>
            <p:ph idx="1" type="body"/>
          </p:nvPr>
        </p:nvSpPr>
        <p:spPr>
          <a:xfrm>
            <a:off x="577950" y="3149600"/>
            <a:ext cx="2235300" cy="10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703" name="Google Shape;703;p76"/>
          <p:cNvSpPr txBox="1"/>
          <p:nvPr>
            <p:ph idx="5" type="body"/>
          </p:nvPr>
        </p:nvSpPr>
        <p:spPr>
          <a:xfrm>
            <a:off x="3454350" y="3149600"/>
            <a:ext cx="2235300" cy="10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704" name="Google Shape;704;p76"/>
          <p:cNvSpPr txBox="1"/>
          <p:nvPr>
            <p:ph idx="6" type="body"/>
          </p:nvPr>
        </p:nvSpPr>
        <p:spPr>
          <a:xfrm>
            <a:off x="6330750" y="3149600"/>
            <a:ext cx="2235300" cy="10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705" name="Google Shape;705;p76"/>
          <p:cNvSpPr txBox="1"/>
          <p:nvPr>
            <p:ph idx="7" type="subTitle"/>
          </p:nvPr>
        </p:nvSpPr>
        <p:spPr>
          <a:xfrm>
            <a:off x="577950" y="4143000"/>
            <a:ext cx="2235300" cy="520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None/>
              <a:defRPr sz="1200">
                <a:solidFill>
                  <a:schemeClr val="dk2"/>
                </a:solidFill>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706" name="Google Shape;706;p76"/>
          <p:cNvSpPr txBox="1"/>
          <p:nvPr>
            <p:ph idx="8" type="subTitle"/>
          </p:nvPr>
        </p:nvSpPr>
        <p:spPr>
          <a:xfrm>
            <a:off x="3454350" y="4143000"/>
            <a:ext cx="2235300" cy="520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None/>
              <a:defRPr sz="1200">
                <a:solidFill>
                  <a:schemeClr val="dk2"/>
                </a:solidFill>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707" name="Google Shape;707;p76"/>
          <p:cNvSpPr txBox="1"/>
          <p:nvPr>
            <p:ph idx="9" type="subTitle"/>
          </p:nvPr>
        </p:nvSpPr>
        <p:spPr>
          <a:xfrm>
            <a:off x="6330750" y="4143000"/>
            <a:ext cx="2235300" cy="520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None/>
              <a:defRPr sz="1200">
                <a:solidFill>
                  <a:schemeClr val="dk2"/>
                </a:solidFill>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708" name="Google Shape;708;p76"/>
          <p:cNvSpPr txBox="1"/>
          <p:nvPr>
            <p:ph idx="13"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000">
                <a:solidFill>
                  <a:schemeClr val="accent1"/>
                </a:solidFill>
              </a:defRPr>
            </a:lvl1pPr>
            <a:lvl2pPr lvl="1" rtl="0">
              <a:buNone/>
              <a:defRPr sz="1000">
                <a:solidFill>
                  <a:schemeClr val="accent1"/>
                </a:solidFill>
              </a:defRPr>
            </a:lvl2pPr>
            <a:lvl3pPr lvl="2" rtl="0">
              <a:buNone/>
              <a:defRPr sz="1000">
                <a:solidFill>
                  <a:schemeClr val="accent1"/>
                </a:solidFill>
              </a:defRPr>
            </a:lvl3pPr>
            <a:lvl4pPr lvl="3" rtl="0">
              <a:buNone/>
              <a:defRPr sz="1000">
                <a:solidFill>
                  <a:schemeClr val="accent1"/>
                </a:solidFill>
              </a:defRPr>
            </a:lvl4pPr>
            <a:lvl5pPr lvl="4" rtl="0">
              <a:buNone/>
              <a:defRPr sz="1000">
                <a:solidFill>
                  <a:schemeClr val="accent1"/>
                </a:solidFill>
              </a:defRPr>
            </a:lvl5pPr>
            <a:lvl6pPr lvl="5" rtl="0">
              <a:buNone/>
              <a:defRPr sz="1000">
                <a:solidFill>
                  <a:schemeClr val="accent1"/>
                </a:solidFill>
              </a:defRPr>
            </a:lvl6pPr>
            <a:lvl7pPr lvl="6" rtl="0">
              <a:buNone/>
              <a:defRPr sz="1000">
                <a:solidFill>
                  <a:schemeClr val="accent1"/>
                </a:solidFill>
              </a:defRPr>
            </a:lvl7pPr>
            <a:lvl8pPr lvl="7" rtl="0">
              <a:buNone/>
              <a:defRPr sz="1000">
                <a:solidFill>
                  <a:schemeClr val="accent1"/>
                </a:solidFill>
              </a:defRPr>
            </a:lvl8pPr>
            <a:lvl9pPr lvl="8" rtl="0">
              <a:buNone/>
              <a:defRPr sz="10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709" name="Shape 709"/>
        <p:cNvGrpSpPr/>
        <p:nvPr/>
      </p:nvGrpSpPr>
      <p:grpSpPr>
        <a:xfrm>
          <a:off x="0" y="0"/>
          <a:ext cx="0" cy="0"/>
          <a:chOff x="0" y="0"/>
          <a:chExt cx="0" cy="0"/>
        </a:xfrm>
      </p:grpSpPr>
      <p:sp>
        <p:nvSpPr>
          <p:cNvPr id="710" name="Google Shape;710;p7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11" name="Google Shape;711;p7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712" name="Google Shape;712;p7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713" name="Shape 713"/>
        <p:cNvGrpSpPr/>
        <p:nvPr/>
      </p:nvGrpSpPr>
      <p:grpSpPr>
        <a:xfrm>
          <a:off x="0" y="0"/>
          <a:ext cx="0" cy="0"/>
          <a:chOff x="0" y="0"/>
          <a:chExt cx="0" cy="0"/>
        </a:xfrm>
      </p:grpSpPr>
      <p:sp>
        <p:nvSpPr>
          <p:cNvPr id="714" name="Google Shape;714;p7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15" name="Google Shape;715;p7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716" name="Shape 716"/>
        <p:cNvGrpSpPr/>
        <p:nvPr/>
      </p:nvGrpSpPr>
      <p:grpSpPr>
        <a:xfrm>
          <a:off x="0" y="0"/>
          <a:ext cx="0" cy="0"/>
          <a:chOff x="0" y="0"/>
          <a:chExt cx="0" cy="0"/>
        </a:xfrm>
      </p:grpSpPr>
      <p:sp>
        <p:nvSpPr>
          <p:cNvPr id="717" name="Google Shape;717;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718" name="Google Shape;718;p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19" name="Google Shape;719;p7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720" name="Shape 720"/>
        <p:cNvGrpSpPr/>
        <p:nvPr/>
      </p:nvGrpSpPr>
      <p:grpSpPr>
        <a:xfrm>
          <a:off x="0" y="0"/>
          <a:ext cx="0" cy="0"/>
          <a:chOff x="0" y="0"/>
          <a:chExt cx="0" cy="0"/>
        </a:xfrm>
      </p:grpSpPr>
      <p:sp>
        <p:nvSpPr>
          <p:cNvPr id="721" name="Google Shape;721;p8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722" name="Google Shape;722;p8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23" name="Google Shape;723;p8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24" name="Google Shape;724;p8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25" name="Shape 725"/>
        <p:cNvGrpSpPr/>
        <p:nvPr/>
      </p:nvGrpSpPr>
      <p:grpSpPr>
        <a:xfrm>
          <a:off x="0" y="0"/>
          <a:ext cx="0" cy="0"/>
          <a:chOff x="0" y="0"/>
          <a:chExt cx="0" cy="0"/>
        </a:xfrm>
      </p:grpSpPr>
      <p:sp>
        <p:nvSpPr>
          <p:cNvPr id="726" name="Google Shape;726;p8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727" name="Google Shape;727;p8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28" name="Shape 728"/>
        <p:cNvGrpSpPr/>
        <p:nvPr/>
      </p:nvGrpSpPr>
      <p:grpSpPr>
        <a:xfrm>
          <a:off x="0" y="0"/>
          <a:ext cx="0" cy="0"/>
          <a:chOff x="0" y="0"/>
          <a:chExt cx="0" cy="0"/>
        </a:xfrm>
      </p:grpSpPr>
      <p:sp>
        <p:nvSpPr>
          <p:cNvPr id="729" name="Google Shape;729;p8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30" name="Google Shape;730;p8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31" name="Google Shape;731;p8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32" name="Shape 732"/>
        <p:cNvGrpSpPr/>
        <p:nvPr/>
      </p:nvGrpSpPr>
      <p:grpSpPr>
        <a:xfrm>
          <a:off x="0" y="0"/>
          <a:ext cx="0" cy="0"/>
          <a:chOff x="0" y="0"/>
          <a:chExt cx="0" cy="0"/>
        </a:xfrm>
      </p:grpSpPr>
      <p:sp>
        <p:nvSpPr>
          <p:cNvPr id="733" name="Google Shape;733;p8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34" name="Google Shape;734;p8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735" name="Shape 735"/>
        <p:cNvGrpSpPr/>
        <p:nvPr/>
      </p:nvGrpSpPr>
      <p:grpSpPr>
        <a:xfrm>
          <a:off x="0" y="0"/>
          <a:ext cx="0" cy="0"/>
          <a:chOff x="0" y="0"/>
          <a:chExt cx="0" cy="0"/>
        </a:xfrm>
      </p:grpSpPr>
      <p:sp>
        <p:nvSpPr>
          <p:cNvPr id="736" name="Google Shape;736;p84"/>
          <p:cNvSpPr/>
          <p:nvPr/>
        </p:nvSpPr>
        <p:spPr>
          <a:xfrm>
            <a:off x="4572000" y="-12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8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38" name="Google Shape;738;p8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39" name="Google Shape;739;p8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40" name="Google Shape;740;p8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741" name="Shape 741"/>
        <p:cNvGrpSpPr/>
        <p:nvPr/>
      </p:nvGrpSpPr>
      <p:grpSpPr>
        <a:xfrm>
          <a:off x="0" y="0"/>
          <a:ext cx="0" cy="0"/>
          <a:chOff x="0" y="0"/>
          <a:chExt cx="0" cy="0"/>
        </a:xfrm>
      </p:grpSpPr>
      <p:sp>
        <p:nvSpPr>
          <p:cNvPr id="742" name="Google Shape;742;p8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
        <p:nvSpPr>
          <p:cNvPr id="743" name="Google Shape;743;p8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44" name="Shape 744"/>
        <p:cNvGrpSpPr/>
        <p:nvPr/>
      </p:nvGrpSpPr>
      <p:grpSpPr>
        <a:xfrm>
          <a:off x="0" y="0"/>
          <a:ext cx="0" cy="0"/>
          <a:chOff x="0" y="0"/>
          <a:chExt cx="0" cy="0"/>
        </a:xfrm>
      </p:grpSpPr>
      <p:sp>
        <p:nvSpPr>
          <p:cNvPr id="745" name="Google Shape;745;p8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46" name="Google Shape;746;p8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7" name="Google Shape;747;p8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8" name="Shape 748"/>
        <p:cNvGrpSpPr/>
        <p:nvPr/>
      </p:nvGrpSpPr>
      <p:grpSpPr>
        <a:xfrm>
          <a:off x="0" y="0"/>
          <a:ext cx="0" cy="0"/>
          <a:chOff x="0" y="0"/>
          <a:chExt cx="0" cy="0"/>
        </a:xfrm>
      </p:grpSpPr>
      <p:sp>
        <p:nvSpPr>
          <p:cNvPr id="749" name="Google Shape;749;p8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50" name="Shape 750"/>
        <p:cNvGrpSpPr/>
        <p:nvPr/>
      </p:nvGrpSpPr>
      <p:grpSpPr>
        <a:xfrm>
          <a:off x="0" y="0"/>
          <a:ext cx="0" cy="0"/>
          <a:chOff x="0" y="0"/>
          <a:chExt cx="0" cy="0"/>
        </a:xfrm>
      </p:grpSpPr>
      <p:sp>
        <p:nvSpPr>
          <p:cNvPr id="751" name="Google Shape;751;p8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752" name="Google Shape;752;p8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53" name="Google Shape;753;p8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4" name="Google Shape;754;p8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5" name="Google Shape;755;p8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6" name="Google Shape;756;p8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7" name="Google Shape;757;p8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8" name="Google Shape;758;p8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759" name="Shape 759"/>
        <p:cNvGrpSpPr/>
        <p:nvPr/>
      </p:nvGrpSpPr>
      <p:grpSpPr>
        <a:xfrm>
          <a:off x="0" y="0"/>
          <a:ext cx="0" cy="0"/>
          <a:chOff x="0" y="0"/>
          <a:chExt cx="0" cy="0"/>
        </a:xfrm>
      </p:grpSpPr>
      <p:sp>
        <p:nvSpPr>
          <p:cNvPr id="760" name="Google Shape;760;p8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761" name="Google Shape;761;p8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62" name="Google Shape;762;p89"/>
          <p:cNvSpPr/>
          <p:nvPr>
            <p:ph idx="2" type="pic"/>
          </p:nvPr>
        </p:nvSpPr>
        <p:spPr>
          <a:xfrm>
            <a:off x="4992024" y="1152775"/>
            <a:ext cx="3840300" cy="3416400"/>
          </a:xfrm>
          <a:prstGeom prst="rect">
            <a:avLst/>
          </a:prstGeom>
          <a:noFill/>
          <a:ln>
            <a:noFill/>
          </a:ln>
        </p:spPr>
      </p:sp>
      <p:sp>
        <p:nvSpPr>
          <p:cNvPr id="763" name="Google Shape;763;p8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764" name="Shape 764"/>
        <p:cNvGrpSpPr/>
        <p:nvPr/>
      </p:nvGrpSpPr>
      <p:grpSpPr>
        <a:xfrm>
          <a:off x="0" y="0"/>
          <a:ext cx="0" cy="0"/>
          <a:chOff x="0" y="0"/>
          <a:chExt cx="0" cy="0"/>
        </a:xfrm>
      </p:grpSpPr>
      <p:sp>
        <p:nvSpPr>
          <p:cNvPr id="765" name="Google Shape;765;p9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66" name="Google Shape;766;p9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67" name="Google Shape;767;p9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68" name="Google Shape;768;p9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69" name="Google Shape;769;p9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70" name="Google Shape;770;p9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71" name="Shape 771"/>
        <p:cNvGrpSpPr/>
        <p:nvPr/>
      </p:nvGrpSpPr>
      <p:grpSpPr>
        <a:xfrm>
          <a:off x="0" y="0"/>
          <a:ext cx="0" cy="0"/>
          <a:chOff x="0" y="0"/>
          <a:chExt cx="0" cy="0"/>
        </a:xfrm>
      </p:grpSpPr>
      <p:sp>
        <p:nvSpPr>
          <p:cNvPr id="772" name="Google Shape;772;p9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73" name="Google Shape;773;p9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74" name="Google Shape;774;p9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75" name="Google Shape;775;p91"/>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76" name="Google Shape;776;p9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7" name="Google Shape;777;p91"/>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78" name="Google Shape;778;p91"/>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79" name="Google Shape;779;p91"/>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780" name="Shape 780"/>
        <p:cNvGrpSpPr/>
        <p:nvPr/>
      </p:nvGrpSpPr>
      <p:grpSpPr>
        <a:xfrm>
          <a:off x="0" y="0"/>
          <a:ext cx="0" cy="0"/>
          <a:chOff x="0" y="0"/>
          <a:chExt cx="0" cy="0"/>
        </a:xfrm>
      </p:grpSpPr>
      <p:sp>
        <p:nvSpPr>
          <p:cNvPr id="781" name="Google Shape;781;p9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2" name="Google Shape;782;p9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83" name="Google Shape;783;p9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84" name="Google Shape;784;p9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85" name="Google Shape;785;p9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86" name="Google Shape;786;p9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87" name="Google Shape;787;p9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8" name="Google Shape;788;p9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9" name="Google Shape;789;p9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0" name="Google Shape;790;p9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791" name="Shape 791"/>
        <p:cNvGrpSpPr/>
        <p:nvPr/>
      </p:nvGrpSpPr>
      <p:grpSpPr>
        <a:xfrm>
          <a:off x="0" y="0"/>
          <a:ext cx="0" cy="0"/>
          <a:chOff x="0" y="0"/>
          <a:chExt cx="0" cy="0"/>
        </a:xfrm>
      </p:grpSpPr>
      <p:sp>
        <p:nvSpPr>
          <p:cNvPr id="792" name="Google Shape;792;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793" name="Google Shape;793;p9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4" name="Google Shape;794;p9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795" name="Shape 795"/>
        <p:cNvGrpSpPr/>
        <p:nvPr/>
      </p:nvGrpSpPr>
      <p:grpSpPr>
        <a:xfrm>
          <a:off x="0" y="0"/>
          <a:ext cx="0" cy="0"/>
          <a:chOff x="0" y="0"/>
          <a:chExt cx="0" cy="0"/>
        </a:xfrm>
      </p:grpSpPr>
      <p:sp>
        <p:nvSpPr>
          <p:cNvPr id="796" name="Google Shape;796;p9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7" name="Google Shape;797;p94"/>
          <p:cNvSpPr/>
          <p:nvPr>
            <p:ph idx="2" type="pic"/>
          </p:nvPr>
        </p:nvSpPr>
        <p:spPr>
          <a:xfrm>
            <a:off x="4804825" y="1133300"/>
            <a:ext cx="4027500" cy="2392800"/>
          </a:xfrm>
          <a:prstGeom prst="rect">
            <a:avLst/>
          </a:prstGeom>
          <a:noFill/>
          <a:ln>
            <a:noFill/>
          </a:ln>
        </p:spPr>
      </p:sp>
      <p:sp>
        <p:nvSpPr>
          <p:cNvPr id="798" name="Google Shape;798;p94"/>
          <p:cNvSpPr/>
          <p:nvPr>
            <p:ph idx="3" type="pic"/>
          </p:nvPr>
        </p:nvSpPr>
        <p:spPr>
          <a:xfrm>
            <a:off x="311725" y="1133300"/>
            <a:ext cx="4027500" cy="2392800"/>
          </a:xfrm>
          <a:prstGeom prst="rect">
            <a:avLst/>
          </a:prstGeom>
          <a:noFill/>
          <a:ln>
            <a:noFill/>
          </a:ln>
        </p:spPr>
      </p:sp>
      <p:sp>
        <p:nvSpPr>
          <p:cNvPr id="799" name="Google Shape;799;p9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00" name="Google Shape;800;p9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01" name="Google Shape;801;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802" name="Google Shape;802;p94"/>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03" name="Google Shape;803;p94"/>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804" name="Shape 804"/>
        <p:cNvGrpSpPr/>
        <p:nvPr/>
      </p:nvGrpSpPr>
      <p:grpSpPr>
        <a:xfrm>
          <a:off x="0" y="0"/>
          <a:ext cx="0" cy="0"/>
          <a:chOff x="0" y="0"/>
          <a:chExt cx="0" cy="0"/>
        </a:xfrm>
      </p:grpSpPr>
      <p:sp>
        <p:nvSpPr>
          <p:cNvPr id="805" name="Google Shape;805;p9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06" name="Google Shape;806;p95"/>
          <p:cNvSpPr/>
          <p:nvPr>
            <p:ph idx="2" type="pic"/>
          </p:nvPr>
        </p:nvSpPr>
        <p:spPr>
          <a:xfrm>
            <a:off x="6205225" y="1128325"/>
            <a:ext cx="2627100" cy="2273100"/>
          </a:xfrm>
          <a:prstGeom prst="rect">
            <a:avLst/>
          </a:prstGeom>
          <a:noFill/>
          <a:ln>
            <a:noFill/>
          </a:ln>
        </p:spPr>
      </p:sp>
      <p:sp>
        <p:nvSpPr>
          <p:cNvPr id="807" name="Google Shape;807;p95"/>
          <p:cNvSpPr/>
          <p:nvPr>
            <p:ph idx="3" type="pic"/>
          </p:nvPr>
        </p:nvSpPr>
        <p:spPr>
          <a:xfrm>
            <a:off x="311725" y="1128325"/>
            <a:ext cx="2627100" cy="2273100"/>
          </a:xfrm>
          <a:prstGeom prst="rect">
            <a:avLst/>
          </a:prstGeom>
          <a:noFill/>
          <a:ln>
            <a:noFill/>
          </a:ln>
        </p:spPr>
      </p:sp>
      <p:sp>
        <p:nvSpPr>
          <p:cNvPr id="808" name="Google Shape;808;p9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09" name="Google Shape;809;p95"/>
          <p:cNvSpPr/>
          <p:nvPr>
            <p:ph idx="5" type="pic"/>
          </p:nvPr>
        </p:nvSpPr>
        <p:spPr>
          <a:xfrm>
            <a:off x="3255250" y="1128325"/>
            <a:ext cx="2627100" cy="2273100"/>
          </a:xfrm>
          <a:prstGeom prst="rect">
            <a:avLst/>
          </a:prstGeom>
          <a:noFill/>
          <a:ln>
            <a:noFill/>
          </a:ln>
        </p:spPr>
      </p:sp>
      <p:sp>
        <p:nvSpPr>
          <p:cNvPr id="810" name="Google Shape;810;p9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11" name="Google Shape;811;p9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2" name="Google Shape;812;p9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813" name="Google Shape;813;p95"/>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14" name="Google Shape;814;p95"/>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15" name="Google Shape;815;p95"/>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816" name="Shape 816"/>
        <p:cNvGrpSpPr/>
        <p:nvPr/>
      </p:nvGrpSpPr>
      <p:grpSpPr>
        <a:xfrm>
          <a:off x="0" y="0"/>
          <a:ext cx="0" cy="0"/>
          <a:chOff x="0" y="0"/>
          <a:chExt cx="0" cy="0"/>
        </a:xfrm>
      </p:grpSpPr>
      <p:sp>
        <p:nvSpPr>
          <p:cNvPr id="817" name="Google Shape;817;p96"/>
          <p:cNvSpPr/>
          <p:nvPr>
            <p:ph idx="2" type="pic"/>
          </p:nvPr>
        </p:nvSpPr>
        <p:spPr>
          <a:xfrm>
            <a:off x="311700" y="445025"/>
            <a:ext cx="8520600" cy="4218300"/>
          </a:xfrm>
          <a:prstGeom prst="rect">
            <a:avLst/>
          </a:prstGeom>
          <a:noFill/>
          <a:ln>
            <a:noFill/>
          </a:ln>
        </p:spPr>
      </p:sp>
      <p:sp>
        <p:nvSpPr>
          <p:cNvPr id="818" name="Google Shape;818;p9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819" name="Shape 819"/>
        <p:cNvGrpSpPr/>
        <p:nvPr/>
      </p:nvGrpSpPr>
      <p:grpSpPr>
        <a:xfrm>
          <a:off x="0" y="0"/>
          <a:ext cx="0" cy="0"/>
          <a:chOff x="0" y="0"/>
          <a:chExt cx="0" cy="0"/>
        </a:xfrm>
      </p:grpSpPr>
      <p:sp>
        <p:nvSpPr>
          <p:cNvPr id="820" name="Google Shape;820;p9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1" name="Google Shape;821;p97"/>
          <p:cNvSpPr/>
          <p:nvPr>
            <p:ph idx="2" type="pic"/>
          </p:nvPr>
        </p:nvSpPr>
        <p:spPr>
          <a:xfrm>
            <a:off x="3389600" y="118913"/>
            <a:ext cx="1643700" cy="1535100"/>
          </a:xfrm>
          <a:prstGeom prst="rect">
            <a:avLst/>
          </a:prstGeom>
          <a:noFill/>
          <a:ln>
            <a:noFill/>
          </a:ln>
        </p:spPr>
      </p:sp>
      <p:sp>
        <p:nvSpPr>
          <p:cNvPr id="822" name="Google Shape;822;p97"/>
          <p:cNvSpPr/>
          <p:nvPr>
            <p:ph idx="3" type="pic"/>
          </p:nvPr>
        </p:nvSpPr>
        <p:spPr>
          <a:xfrm>
            <a:off x="5195935" y="118913"/>
            <a:ext cx="1643700" cy="1535100"/>
          </a:xfrm>
          <a:prstGeom prst="rect">
            <a:avLst/>
          </a:prstGeom>
          <a:noFill/>
          <a:ln>
            <a:noFill/>
          </a:ln>
        </p:spPr>
      </p:sp>
      <p:sp>
        <p:nvSpPr>
          <p:cNvPr id="823" name="Google Shape;823;p97"/>
          <p:cNvSpPr/>
          <p:nvPr>
            <p:ph idx="4" type="pic"/>
          </p:nvPr>
        </p:nvSpPr>
        <p:spPr>
          <a:xfrm>
            <a:off x="7002270" y="118913"/>
            <a:ext cx="1643700" cy="1535100"/>
          </a:xfrm>
          <a:prstGeom prst="rect">
            <a:avLst/>
          </a:prstGeom>
          <a:noFill/>
          <a:ln>
            <a:noFill/>
          </a:ln>
        </p:spPr>
      </p:sp>
      <p:sp>
        <p:nvSpPr>
          <p:cNvPr id="824" name="Google Shape;824;p97"/>
          <p:cNvSpPr/>
          <p:nvPr>
            <p:ph idx="5" type="pic"/>
          </p:nvPr>
        </p:nvSpPr>
        <p:spPr>
          <a:xfrm>
            <a:off x="3389588" y="1804212"/>
            <a:ext cx="1643700" cy="1535100"/>
          </a:xfrm>
          <a:prstGeom prst="rect">
            <a:avLst/>
          </a:prstGeom>
          <a:noFill/>
          <a:ln>
            <a:noFill/>
          </a:ln>
        </p:spPr>
      </p:sp>
      <p:sp>
        <p:nvSpPr>
          <p:cNvPr id="825" name="Google Shape;825;p97"/>
          <p:cNvSpPr/>
          <p:nvPr>
            <p:ph idx="6" type="pic"/>
          </p:nvPr>
        </p:nvSpPr>
        <p:spPr>
          <a:xfrm>
            <a:off x="5195922" y="1804212"/>
            <a:ext cx="1643700" cy="1535100"/>
          </a:xfrm>
          <a:prstGeom prst="rect">
            <a:avLst/>
          </a:prstGeom>
          <a:noFill/>
          <a:ln>
            <a:noFill/>
          </a:ln>
        </p:spPr>
      </p:sp>
      <p:sp>
        <p:nvSpPr>
          <p:cNvPr id="826" name="Google Shape;826;p97"/>
          <p:cNvSpPr/>
          <p:nvPr>
            <p:ph idx="7" type="pic"/>
          </p:nvPr>
        </p:nvSpPr>
        <p:spPr>
          <a:xfrm>
            <a:off x="7002257" y="1804212"/>
            <a:ext cx="1643700" cy="1535100"/>
          </a:xfrm>
          <a:prstGeom prst="rect">
            <a:avLst/>
          </a:prstGeom>
          <a:noFill/>
          <a:ln>
            <a:noFill/>
          </a:ln>
        </p:spPr>
      </p:sp>
      <p:sp>
        <p:nvSpPr>
          <p:cNvPr id="827" name="Google Shape;827;p9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828" name="Google Shape;828;p97"/>
          <p:cNvSpPr/>
          <p:nvPr>
            <p:ph idx="8" type="pic"/>
          </p:nvPr>
        </p:nvSpPr>
        <p:spPr>
          <a:xfrm>
            <a:off x="3389588" y="3489487"/>
            <a:ext cx="1643700" cy="1535100"/>
          </a:xfrm>
          <a:prstGeom prst="rect">
            <a:avLst/>
          </a:prstGeom>
          <a:noFill/>
          <a:ln>
            <a:noFill/>
          </a:ln>
        </p:spPr>
      </p:sp>
      <p:sp>
        <p:nvSpPr>
          <p:cNvPr id="829" name="Google Shape;829;p97"/>
          <p:cNvSpPr/>
          <p:nvPr>
            <p:ph idx="9" type="pic"/>
          </p:nvPr>
        </p:nvSpPr>
        <p:spPr>
          <a:xfrm>
            <a:off x="5195922" y="3489487"/>
            <a:ext cx="1643700" cy="1535100"/>
          </a:xfrm>
          <a:prstGeom prst="rect">
            <a:avLst/>
          </a:prstGeom>
          <a:noFill/>
          <a:ln>
            <a:noFill/>
          </a:ln>
        </p:spPr>
      </p:sp>
      <p:sp>
        <p:nvSpPr>
          <p:cNvPr id="830" name="Google Shape;830;p9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79.xml"/><Relationship Id="rId42" Type="http://schemas.openxmlformats.org/officeDocument/2006/relationships/slideLayout" Target="../slideLayouts/slideLayout81.xml"/><Relationship Id="rId41" Type="http://schemas.openxmlformats.org/officeDocument/2006/relationships/slideLayout" Target="../slideLayouts/slideLayout80.xml"/><Relationship Id="rId44" Type="http://schemas.openxmlformats.org/officeDocument/2006/relationships/slideLayout" Target="../slideLayouts/slideLayout83.xml"/><Relationship Id="rId43" Type="http://schemas.openxmlformats.org/officeDocument/2006/relationships/slideLayout" Target="../slideLayouts/slideLayout82.xml"/><Relationship Id="rId46" Type="http://schemas.openxmlformats.org/officeDocument/2006/relationships/slideLayout" Target="../slideLayouts/slideLayout85.xml"/><Relationship Id="rId45" Type="http://schemas.openxmlformats.org/officeDocument/2006/relationships/slideLayout" Target="../slideLayouts/slideLayout84.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48" Type="http://schemas.openxmlformats.org/officeDocument/2006/relationships/slideLayout" Target="../slideLayouts/slideLayout87.xml"/><Relationship Id="rId47" Type="http://schemas.openxmlformats.org/officeDocument/2006/relationships/slideLayout" Target="../slideLayouts/slideLayout86.xml"/><Relationship Id="rId49" Type="http://schemas.openxmlformats.org/officeDocument/2006/relationships/slideLayout" Target="../slideLayouts/slideLayout88.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31" Type="http://schemas.openxmlformats.org/officeDocument/2006/relationships/slideLayout" Target="../slideLayouts/slideLayout70.xml"/><Relationship Id="rId30" Type="http://schemas.openxmlformats.org/officeDocument/2006/relationships/slideLayout" Target="../slideLayouts/slideLayout69.xml"/><Relationship Id="rId33" Type="http://schemas.openxmlformats.org/officeDocument/2006/relationships/slideLayout" Target="../slideLayouts/slideLayout72.xml"/><Relationship Id="rId32" Type="http://schemas.openxmlformats.org/officeDocument/2006/relationships/slideLayout" Target="../slideLayouts/slideLayout71.xml"/><Relationship Id="rId35" Type="http://schemas.openxmlformats.org/officeDocument/2006/relationships/slideLayout" Target="../slideLayouts/slideLayout74.xml"/><Relationship Id="rId34" Type="http://schemas.openxmlformats.org/officeDocument/2006/relationships/slideLayout" Target="../slideLayouts/slideLayout73.xml"/><Relationship Id="rId37" Type="http://schemas.openxmlformats.org/officeDocument/2006/relationships/slideLayout" Target="../slideLayouts/slideLayout76.xml"/><Relationship Id="rId36" Type="http://schemas.openxmlformats.org/officeDocument/2006/relationships/slideLayout" Target="../slideLayouts/slideLayout75.xml"/><Relationship Id="rId39" Type="http://schemas.openxmlformats.org/officeDocument/2006/relationships/slideLayout" Target="../slideLayouts/slideLayout78.xml"/><Relationship Id="rId38" Type="http://schemas.openxmlformats.org/officeDocument/2006/relationships/slideLayout" Target="../slideLayouts/slideLayout77.xml"/><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29" Type="http://schemas.openxmlformats.org/officeDocument/2006/relationships/slideLayout" Target="../slideLayouts/slideLayout68.xml"/><Relationship Id="rId51" Type="http://schemas.openxmlformats.org/officeDocument/2006/relationships/slideLayout" Target="../slideLayouts/slideLayout90.xml"/><Relationship Id="rId50" Type="http://schemas.openxmlformats.org/officeDocument/2006/relationships/slideLayout" Target="../slideLayouts/slideLayout89.xml"/><Relationship Id="rId53" Type="http://schemas.openxmlformats.org/officeDocument/2006/relationships/slideLayout" Target="../slideLayouts/slideLayout92.xml"/><Relationship Id="rId52" Type="http://schemas.openxmlformats.org/officeDocument/2006/relationships/slideLayout" Target="../slideLayouts/slideLayout91.xml"/><Relationship Id="rId11" Type="http://schemas.openxmlformats.org/officeDocument/2006/relationships/slideLayout" Target="../slideLayouts/slideLayout50.xml"/><Relationship Id="rId55" Type="http://schemas.openxmlformats.org/officeDocument/2006/relationships/slideLayout" Target="../slideLayouts/slideLayout94.xml"/><Relationship Id="rId10" Type="http://schemas.openxmlformats.org/officeDocument/2006/relationships/slideLayout" Target="../slideLayouts/slideLayout49.xml"/><Relationship Id="rId54" Type="http://schemas.openxmlformats.org/officeDocument/2006/relationships/slideLayout" Target="../slideLayouts/slideLayout93.xml"/><Relationship Id="rId13" Type="http://schemas.openxmlformats.org/officeDocument/2006/relationships/slideLayout" Target="../slideLayouts/slideLayout52.xml"/><Relationship Id="rId57" Type="http://schemas.openxmlformats.org/officeDocument/2006/relationships/theme" Target="../theme/theme3.xml"/><Relationship Id="rId12" Type="http://schemas.openxmlformats.org/officeDocument/2006/relationships/slideLayout" Target="../slideLayouts/slideLayout51.xml"/><Relationship Id="rId56" Type="http://schemas.openxmlformats.org/officeDocument/2006/relationships/slideLayout" Target="../slideLayouts/slideLayout95.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6675" y="49775"/>
            <a:ext cx="8509800" cy="17271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1pPr>
            <a:lvl2pPr lvl="1">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2pPr>
            <a:lvl3pPr lvl="2">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3pPr>
            <a:lvl4pPr lvl="3">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4pPr>
            <a:lvl5pPr lvl="4">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5pPr>
            <a:lvl6pPr lvl="5">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6pPr>
            <a:lvl7pPr lvl="6">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7pPr>
            <a:lvl8pPr lvl="7">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8pPr>
            <a:lvl9pPr lvl="8">
              <a:lnSpc>
                <a:spcPct val="80000"/>
              </a:lnSpc>
              <a:spcBef>
                <a:spcPts val="0"/>
              </a:spcBef>
              <a:spcAft>
                <a:spcPts val="0"/>
              </a:spcAft>
              <a:buClr>
                <a:schemeClr val="dk1"/>
              </a:buClr>
              <a:buSzPts val="6500"/>
              <a:buFont typeface="Helvetica Neue"/>
              <a:buNone/>
              <a:defRPr sz="6500">
                <a:solidFill>
                  <a:schemeClr val="dk1"/>
                </a:solidFill>
                <a:latin typeface="Helvetica Neue"/>
                <a:ea typeface="Helvetica Neue"/>
                <a:cs typeface="Helvetica Neue"/>
                <a:sym typeface="Helvetica Neue"/>
              </a:defRPr>
            </a:lvl9pPr>
          </a:lstStyle>
          <a:p/>
        </p:txBody>
      </p:sp>
      <p:sp>
        <p:nvSpPr>
          <p:cNvPr id="7" name="Google Shape;7;p1"/>
          <p:cNvSpPr txBox="1"/>
          <p:nvPr>
            <p:ph idx="1" type="body"/>
          </p:nvPr>
        </p:nvSpPr>
        <p:spPr>
          <a:xfrm>
            <a:off x="145675" y="3194275"/>
            <a:ext cx="6951900" cy="1827300"/>
          </a:xfrm>
          <a:prstGeom prst="rect">
            <a:avLst/>
          </a:prstGeom>
          <a:noFill/>
          <a:ln>
            <a:noFill/>
          </a:ln>
        </p:spPr>
        <p:txBody>
          <a:bodyPr anchorCtr="0" anchor="t" bIns="91425" lIns="91425" spcFirstLastPara="1" rIns="91425" wrap="square" tIns="91425">
            <a:noAutofit/>
          </a:bodyPr>
          <a:lstStyle>
            <a:lvl1pPr indent="-311150" lvl="0" marL="4572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1pPr>
            <a:lvl2pPr indent="-311150" lvl="1" marL="9144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2pPr>
            <a:lvl3pPr indent="-311150" lvl="2" marL="13716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3pPr>
            <a:lvl4pPr indent="-311150" lvl="3" marL="18288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4pPr>
            <a:lvl5pPr indent="-311150" lvl="4" marL="22860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5pPr>
            <a:lvl6pPr indent="-311150" lvl="5" marL="27432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6pPr>
            <a:lvl7pPr indent="-311150" lvl="6" marL="32004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7pPr>
            <a:lvl8pPr indent="-311150" lvl="7" marL="36576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8pPr>
            <a:lvl9pPr indent="-311150" lvl="8" marL="4114800">
              <a:spcBef>
                <a:spcPts val="0"/>
              </a:spcBef>
              <a:spcAft>
                <a:spcPts val="0"/>
              </a:spcAft>
              <a:buClr>
                <a:schemeClr val="dk1"/>
              </a:buClr>
              <a:buSzPts val="1300"/>
              <a:buFont typeface="Helvetica Neue Light"/>
              <a:buChar char="■"/>
              <a:defRPr sz="1300">
                <a:solidFill>
                  <a:schemeClr val="dk1"/>
                </a:solidFill>
                <a:latin typeface="Helvetica Neue Light"/>
                <a:ea typeface="Helvetica Neue Light"/>
                <a:cs typeface="Helvetica Neue Light"/>
                <a:sym typeface="Helvetica Neue Light"/>
              </a:defRPr>
            </a:lvl9pPr>
          </a:lstStyle>
          <a:p/>
        </p:txBody>
      </p:sp>
      <p:sp>
        <p:nvSpPr>
          <p:cNvPr id="8" name="Google Shape;8;p1"/>
          <p:cNvSpPr txBox="1"/>
          <p:nvPr>
            <p:ph idx="12" type="sldNum"/>
          </p:nvPr>
        </p:nvSpPr>
        <p:spPr>
          <a:xfrm>
            <a:off x="8540361" y="41873"/>
            <a:ext cx="548700" cy="393600"/>
          </a:xfrm>
          <a:prstGeom prst="rect">
            <a:avLst/>
          </a:prstGeom>
          <a:noFill/>
          <a:ln>
            <a:noFill/>
          </a:ln>
        </p:spPr>
        <p:txBody>
          <a:bodyPr anchorCtr="0" anchor="t" bIns="91425" lIns="91425" spcFirstLastPara="1" rIns="91425" wrap="square" tIns="91425">
            <a:noAutofit/>
          </a:bodyPr>
          <a:lstStyle>
            <a:lvl1pPr lvl="0" algn="r">
              <a:buNone/>
              <a:defRPr b="1" sz="900">
                <a:solidFill>
                  <a:schemeClr val="dk1"/>
                </a:solidFill>
                <a:latin typeface="Helvetica Neue"/>
                <a:ea typeface="Helvetica Neue"/>
                <a:cs typeface="Helvetica Neue"/>
                <a:sym typeface="Helvetica Neue"/>
              </a:defRPr>
            </a:lvl1pPr>
            <a:lvl2pPr lvl="1" algn="r">
              <a:buNone/>
              <a:defRPr b="1" sz="900">
                <a:solidFill>
                  <a:schemeClr val="dk1"/>
                </a:solidFill>
                <a:latin typeface="Helvetica Neue"/>
                <a:ea typeface="Helvetica Neue"/>
                <a:cs typeface="Helvetica Neue"/>
                <a:sym typeface="Helvetica Neue"/>
              </a:defRPr>
            </a:lvl2pPr>
            <a:lvl3pPr lvl="2" algn="r">
              <a:buNone/>
              <a:defRPr b="1" sz="900">
                <a:solidFill>
                  <a:schemeClr val="dk1"/>
                </a:solidFill>
                <a:latin typeface="Helvetica Neue"/>
                <a:ea typeface="Helvetica Neue"/>
                <a:cs typeface="Helvetica Neue"/>
                <a:sym typeface="Helvetica Neue"/>
              </a:defRPr>
            </a:lvl3pPr>
            <a:lvl4pPr lvl="3" algn="r">
              <a:buNone/>
              <a:defRPr b="1" sz="900">
                <a:solidFill>
                  <a:schemeClr val="dk1"/>
                </a:solidFill>
                <a:latin typeface="Helvetica Neue"/>
                <a:ea typeface="Helvetica Neue"/>
                <a:cs typeface="Helvetica Neue"/>
                <a:sym typeface="Helvetica Neue"/>
              </a:defRPr>
            </a:lvl4pPr>
            <a:lvl5pPr lvl="4" algn="r">
              <a:buNone/>
              <a:defRPr b="1" sz="900">
                <a:solidFill>
                  <a:schemeClr val="dk1"/>
                </a:solidFill>
                <a:latin typeface="Helvetica Neue"/>
                <a:ea typeface="Helvetica Neue"/>
                <a:cs typeface="Helvetica Neue"/>
                <a:sym typeface="Helvetica Neue"/>
              </a:defRPr>
            </a:lvl5pPr>
            <a:lvl6pPr lvl="5" algn="r">
              <a:buNone/>
              <a:defRPr b="1" sz="900">
                <a:solidFill>
                  <a:schemeClr val="dk1"/>
                </a:solidFill>
                <a:latin typeface="Helvetica Neue"/>
                <a:ea typeface="Helvetica Neue"/>
                <a:cs typeface="Helvetica Neue"/>
                <a:sym typeface="Helvetica Neue"/>
              </a:defRPr>
            </a:lvl6pPr>
            <a:lvl7pPr lvl="6" algn="r">
              <a:buNone/>
              <a:defRPr b="1" sz="900">
                <a:solidFill>
                  <a:schemeClr val="dk1"/>
                </a:solidFill>
                <a:latin typeface="Helvetica Neue"/>
                <a:ea typeface="Helvetica Neue"/>
                <a:cs typeface="Helvetica Neue"/>
                <a:sym typeface="Helvetica Neue"/>
              </a:defRPr>
            </a:lvl7pPr>
            <a:lvl8pPr lvl="7" algn="r">
              <a:buNone/>
              <a:defRPr b="1" sz="900">
                <a:solidFill>
                  <a:schemeClr val="dk1"/>
                </a:solidFill>
                <a:latin typeface="Helvetica Neue"/>
                <a:ea typeface="Helvetica Neue"/>
                <a:cs typeface="Helvetica Neue"/>
                <a:sym typeface="Helvetica Neue"/>
              </a:defRPr>
            </a:lvl8pPr>
            <a:lvl9pPr lvl="8" algn="r">
              <a:buNone/>
              <a:defRPr b="1" sz="900">
                <a:solidFill>
                  <a:schemeClr val="dk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37">
          <p15:clr>
            <a:srgbClr val="E46962"/>
          </p15:clr>
        </p15:guide>
        <p15:guide id="2" orient="horz" pos="72">
          <p15:clr>
            <a:srgbClr val="E46962"/>
          </p15:clr>
        </p15:guide>
        <p15:guide id="3" pos="75">
          <p15:clr>
            <a:srgbClr val="E46962"/>
          </p15:clr>
        </p15:guide>
        <p15:guide id="4" pos="5685">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6" name="Shape 326"/>
        <p:cNvGrpSpPr/>
        <p:nvPr/>
      </p:nvGrpSpPr>
      <p:grpSpPr>
        <a:xfrm>
          <a:off x="0" y="0"/>
          <a:ext cx="0" cy="0"/>
          <a:chOff x="0" y="0"/>
          <a:chExt cx="0" cy="0"/>
        </a:xfrm>
      </p:grpSpPr>
      <p:sp>
        <p:nvSpPr>
          <p:cNvPr id="327" name="Google Shape;327;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latin typeface="IBM Plex Sans"/>
                <a:ea typeface="IBM Plex Sans"/>
                <a:cs typeface="IBM Plex Sans"/>
                <a:sym typeface="IBM Plex Sans"/>
              </a:defRPr>
            </a:lvl1pPr>
            <a:lvl2pPr lvl="1" algn="r">
              <a:buNone/>
              <a:defRPr sz="1300">
                <a:solidFill>
                  <a:schemeClr val="tx1"/>
                </a:solidFill>
                <a:latin typeface="IBM Plex Sans"/>
                <a:ea typeface="IBM Plex Sans"/>
                <a:cs typeface="IBM Plex Sans"/>
                <a:sym typeface="IBM Plex Sans"/>
              </a:defRPr>
            </a:lvl2pPr>
            <a:lvl3pPr lvl="2" algn="r">
              <a:buNone/>
              <a:defRPr sz="1300">
                <a:solidFill>
                  <a:schemeClr val="tx1"/>
                </a:solidFill>
                <a:latin typeface="IBM Plex Sans"/>
                <a:ea typeface="IBM Plex Sans"/>
                <a:cs typeface="IBM Plex Sans"/>
                <a:sym typeface="IBM Plex Sans"/>
              </a:defRPr>
            </a:lvl3pPr>
            <a:lvl4pPr lvl="3" algn="r">
              <a:buNone/>
              <a:defRPr sz="1300">
                <a:solidFill>
                  <a:schemeClr val="tx1"/>
                </a:solidFill>
                <a:latin typeface="IBM Plex Sans"/>
                <a:ea typeface="IBM Plex Sans"/>
                <a:cs typeface="IBM Plex Sans"/>
                <a:sym typeface="IBM Plex Sans"/>
              </a:defRPr>
            </a:lvl4pPr>
            <a:lvl5pPr lvl="4" algn="r">
              <a:buNone/>
              <a:defRPr sz="1300">
                <a:solidFill>
                  <a:schemeClr val="tx1"/>
                </a:solidFill>
                <a:latin typeface="IBM Plex Sans"/>
                <a:ea typeface="IBM Plex Sans"/>
                <a:cs typeface="IBM Plex Sans"/>
                <a:sym typeface="IBM Plex Sans"/>
              </a:defRPr>
            </a:lvl5pPr>
            <a:lvl6pPr lvl="5" algn="r">
              <a:buNone/>
              <a:defRPr sz="1300">
                <a:solidFill>
                  <a:schemeClr val="tx1"/>
                </a:solidFill>
                <a:latin typeface="IBM Plex Sans"/>
                <a:ea typeface="IBM Plex Sans"/>
                <a:cs typeface="IBM Plex Sans"/>
                <a:sym typeface="IBM Plex Sans"/>
              </a:defRPr>
            </a:lvl6pPr>
            <a:lvl7pPr lvl="6" algn="r">
              <a:buNone/>
              <a:defRPr sz="1300">
                <a:solidFill>
                  <a:schemeClr val="tx1"/>
                </a:solidFill>
                <a:latin typeface="IBM Plex Sans"/>
                <a:ea typeface="IBM Plex Sans"/>
                <a:cs typeface="IBM Plex Sans"/>
                <a:sym typeface="IBM Plex Sans"/>
              </a:defRPr>
            </a:lvl7pPr>
            <a:lvl8pPr lvl="7" algn="r">
              <a:buNone/>
              <a:defRPr sz="1300">
                <a:solidFill>
                  <a:schemeClr val="tx1"/>
                </a:solidFill>
                <a:latin typeface="IBM Plex Sans"/>
                <a:ea typeface="IBM Plex Sans"/>
                <a:cs typeface="IBM Plex Sans"/>
                <a:sym typeface="IBM Plex Sans"/>
              </a:defRPr>
            </a:lvl8pPr>
            <a:lvl9pPr lvl="8" algn="r">
              <a:buNone/>
              <a:defRPr sz="1300">
                <a:solidFill>
                  <a:schemeClr val="tx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sp>
        <p:nvSpPr>
          <p:cNvPr id="328" name="Google Shape;328;p41"/>
          <p:cNvSpPr txBox="1"/>
          <p:nvPr>
            <p:ph type="title"/>
          </p:nvPr>
        </p:nvSpPr>
        <p:spPr>
          <a:xfrm>
            <a:off x="410325" y="362625"/>
            <a:ext cx="4437300" cy="2748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000"/>
              <a:buFont typeface="IBM Plex Sans Light"/>
              <a:buNone/>
              <a:defRPr sz="5000">
                <a:solidFill>
                  <a:schemeClr val="dk1"/>
                </a:solidFill>
                <a:latin typeface="IBM Plex Sans Light"/>
                <a:ea typeface="IBM Plex Sans Light"/>
                <a:cs typeface="IBM Plex Sans Light"/>
                <a:sym typeface="IBM Plex Sans Light"/>
              </a:defRPr>
            </a:lvl1pPr>
            <a:lvl2pPr lvl="1">
              <a:spcBef>
                <a:spcPts val="0"/>
              </a:spcBef>
              <a:spcAft>
                <a:spcPts val="0"/>
              </a:spcAft>
              <a:buSzPts val="5000"/>
              <a:buFont typeface="IBM Plex Sans Light"/>
              <a:buNone/>
              <a:defRPr sz="5000">
                <a:latin typeface="IBM Plex Sans Light"/>
                <a:ea typeface="IBM Plex Sans Light"/>
                <a:cs typeface="IBM Plex Sans Light"/>
                <a:sym typeface="IBM Plex Sans Light"/>
              </a:defRPr>
            </a:lvl2pPr>
            <a:lvl3pPr lvl="2">
              <a:spcBef>
                <a:spcPts val="0"/>
              </a:spcBef>
              <a:spcAft>
                <a:spcPts val="0"/>
              </a:spcAft>
              <a:buSzPts val="5000"/>
              <a:buFont typeface="IBM Plex Sans Light"/>
              <a:buNone/>
              <a:defRPr sz="5000">
                <a:latin typeface="IBM Plex Sans Light"/>
                <a:ea typeface="IBM Plex Sans Light"/>
                <a:cs typeface="IBM Plex Sans Light"/>
                <a:sym typeface="IBM Plex Sans Light"/>
              </a:defRPr>
            </a:lvl3pPr>
            <a:lvl4pPr lvl="3">
              <a:spcBef>
                <a:spcPts val="0"/>
              </a:spcBef>
              <a:spcAft>
                <a:spcPts val="0"/>
              </a:spcAft>
              <a:buSzPts val="5000"/>
              <a:buFont typeface="IBM Plex Sans Light"/>
              <a:buNone/>
              <a:defRPr sz="5000">
                <a:latin typeface="IBM Plex Sans Light"/>
                <a:ea typeface="IBM Plex Sans Light"/>
                <a:cs typeface="IBM Plex Sans Light"/>
                <a:sym typeface="IBM Plex Sans Light"/>
              </a:defRPr>
            </a:lvl4pPr>
            <a:lvl5pPr lvl="4">
              <a:spcBef>
                <a:spcPts val="0"/>
              </a:spcBef>
              <a:spcAft>
                <a:spcPts val="0"/>
              </a:spcAft>
              <a:buSzPts val="5000"/>
              <a:buFont typeface="IBM Plex Sans Light"/>
              <a:buNone/>
              <a:defRPr sz="5000">
                <a:latin typeface="IBM Plex Sans Light"/>
                <a:ea typeface="IBM Plex Sans Light"/>
                <a:cs typeface="IBM Plex Sans Light"/>
                <a:sym typeface="IBM Plex Sans Light"/>
              </a:defRPr>
            </a:lvl5pPr>
            <a:lvl6pPr lvl="5">
              <a:spcBef>
                <a:spcPts val="0"/>
              </a:spcBef>
              <a:spcAft>
                <a:spcPts val="0"/>
              </a:spcAft>
              <a:buSzPts val="5000"/>
              <a:buFont typeface="IBM Plex Sans Light"/>
              <a:buNone/>
              <a:defRPr sz="5000">
                <a:latin typeface="IBM Plex Sans Light"/>
                <a:ea typeface="IBM Plex Sans Light"/>
                <a:cs typeface="IBM Plex Sans Light"/>
                <a:sym typeface="IBM Plex Sans Light"/>
              </a:defRPr>
            </a:lvl6pPr>
            <a:lvl7pPr lvl="6">
              <a:spcBef>
                <a:spcPts val="0"/>
              </a:spcBef>
              <a:spcAft>
                <a:spcPts val="0"/>
              </a:spcAft>
              <a:buSzPts val="5000"/>
              <a:buFont typeface="IBM Plex Sans Light"/>
              <a:buNone/>
              <a:defRPr sz="5000">
                <a:latin typeface="IBM Plex Sans Light"/>
                <a:ea typeface="IBM Plex Sans Light"/>
                <a:cs typeface="IBM Plex Sans Light"/>
                <a:sym typeface="IBM Plex Sans Light"/>
              </a:defRPr>
            </a:lvl7pPr>
            <a:lvl8pPr lvl="7">
              <a:spcBef>
                <a:spcPts val="0"/>
              </a:spcBef>
              <a:spcAft>
                <a:spcPts val="0"/>
              </a:spcAft>
              <a:buSzPts val="5000"/>
              <a:buFont typeface="IBM Plex Sans Light"/>
              <a:buNone/>
              <a:defRPr sz="5000">
                <a:latin typeface="IBM Plex Sans Light"/>
                <a:ea typeface="IBM Plex Sans Light"/>
                <a:cs typeface="IBM Plex Sans Light"/>
                <a:sym typeface="IBM Plex Sans Light"/>
              </a:defRPr>
            </a:lvl8pPr>
            <a:lvl9pPr lvl="8">
              <a:spcBef>
                <a:spcPts val="0"/>
              </a:spcBef>
              <a:spcAft>
                <a:spcPts val="0"/>
              </a:spcAft>
              <a:buSzPts val="5000"/>
              <a:buFont typeface="IBM Plex Sans Light"/>
              <a:buNone/>
              <a:defRPr sz="5000">
                <a:latin typeface="IBM Plex Sans Light"/>
                <a:ea typeface="IBM Plex Sans Light"/>
                <a:cs typeface="IBM Plex Sans Light"/>
                <a:sym typeface="IBM Plex Sans Light"/>
              </a:defRPr>
            </a:lvl9pPr>
          </a:lstStyle>
          <a:p/>
        </p:txBody>
      </p:sp>
      <p:sp>
        <p:nvSpPr>
          <p:cNvPr id="329" name="Google Shape;329;p41"/>
          <p:cNvSpPr txBox="1"/>
          <p:nvPr>
            <p:ph idx="1" type="body"/>
          </p:nvPr>
        </p:nvSpPr>
        <p:spPr>
          <a:xfrm>
            <a:off x="4819050" y="362625"/>
            <a:ext cx="2748300" cy="2748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1pPr>
            <a:lvl2pPr indent="-304800" lvl="1" marL="9144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2pPr>
            <a:lvl3pPr indent="-304800" lvl="2" marL="13716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3pPr>
            <a:lvl4pPr indent="-304800" lvl="3" marL="18288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4pPr>
            <a:lvl5pPr indent="-304800" lvl="4" marL="22860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5pPr>
            <a:lvl6pPr indent="-304800" lvl="5" marL="27432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6pPr>
            <a:lvl7pPr indent="-304800" lvl="6" marL="32004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7pPr>
            <a:lvl8pPr indent="-304800" lvl="7" marL="36576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8pPr>
            <a:lvl9pPr indent="-304800" lvl="8" marL="4114800">
              <a:spcBef>
                <a:spcPts val="0"/>
              </a:spcBef>
              <a:spcAft>
                <a:spcPts val="0"/>
              </a:spcAft>
              <a:buClr>
                <a:schemeClr val="dk1"/>
              </a:buClr>
              <a:buSzPts val="1200"/>
              <a:buFont typeface="IBM Plex Sans"/>
              <a:buChar char="■"/>
              <a:defRPr sz="1200">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 id="2147483729" r:id="rId43"/>
    <p:sldLayoutId id="2147483730" r:id="rId44"/>
    <p:sldLayoutId id="2147483731" r:id="rId45"/>
    <p:sldLayoutId id="2147483732" r:id="rId46"/>
    <p:sldLayoutId id="2147483733" r:id="rId47"/>
    <p:sldLayoutId id="2147483734" r:id="rId48"/>
    <p:sldLayoutId id="2147483735" r:id="rId49"/>
    <p:sldLayoutId id="2147483736" r:id="rId50"/>
    <p:sldLayoutId id="2147483737" r:id="rId51"/>
    <p:sldLayoutId id="2147483738" r:id="rId52"/>
    <p:sldLayoutId id="2147483739" r:id="rId53"/>
    <p:sldLayoutId id="2147483740" r:id="rId54"/>
    <p:sldLayoutId id="2147483741" r:id="rId55"/>
    <p:sldLayoutId id="2147483742"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5.jpg"/><Relationship Id="rId5"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 Id="rId3" Type="http://schemas.openxmlformats.org/officeDocument/2006/relationships/hyperlink" Target="http://drive.google.com/file/d/1p2qAC-A2f-OvMxaV6uEvb6-tbBwE0sWv/view"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98"/>
          <p:cNvSpPr txBox="1"/>
          <p:nvPr>
            <p:ph type="title"/>
          </p:nvPr>
        </p:nvSpPr>
        <p:spPr>
          <a:xfrm>
            <a:off x="0" y="428750"/>
            <a:ext cx="9144000" cy="442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600"/>
              <a:t>                   </a:t>
            </a:r>
            <a:r>
              <a:rPr lang="en" sz="6600"/>
              <a:t>Netflix</a:t>
            </a:r>
            <a:endParaRPr sz="6600"/>
          </a:p>
          <a:p>
            <a:pPr indent="0" lvl="0" marL="0" rtl="0" algn="l">
              <a:spcBef>
                <a:spcPts val="0"/>
              </a:spcBef>
              <a:spcAft>
                <a:spcPts val="0"/>
              </a:spcAft>
              <a:buClr>
                <a:schemeClr val="dk1"/>
              </a:buClr>
              <a:buSzPts val="1100"/>
              <a:buFont typeface="Arial"/>
              <a:buNone/>
            </a:pPr>
            <a:r>
              <a:rPr lang="en" sz="6600"/>
              <a:t> </a:t>
            </a:r>
            <a:r>
              <a:rPr lang="en" sz="6600"/>
              <a:t>Spotify</a:t>
            </a:r>
            <a:r>
              <a:rPr lang="en" sz="6600"/>
              <a:t>               </a:t>
            </a:r>
            <a:endParaRPr sz="6600"/>
          </a:p>
          <a:p>
            <a:pPr indent="0" lvl="0" marL="0" rtl="0" algn="l">
              <a:spcBef>
                <a:spcPts val="0"/>
              </a:spcBef>
              <a:spcAft>
                <a:spcPts val="0"/>
              </a:spcAft>
              <a:buClr>
                <a:schemeClr val="dk1"/>
              </a:buClr>
              <a:buSzPts val="1100"/>
              <a:buFont typeface="Arial"/>
              <a:buNone/>
            </a:pPr>
            <a:r>
              <a:rPr lang="en" sz="6600"/>
              <a:t>                             </a:t>
            </a:r>
            <a:r>
              <a:rPr lang="en" sz="6600"/>
              <a:t>YouTube</a:t>
            </a:r>
            <a:endParaRPr sz="6300"/>
          </a:p>
          <a:p>
            <a:pPr indent="0" lvl="0" marL="0" rtl="0" algn="l">
              <a:spcBef>
                <a:spcPts val="0"/>
              </a:spcBef>
              <a:spcAft>
                <a:spcPts val="0"/>
              </a:spcAft>
              <a:buClr>
                <a:schemeClr val="dk1"/>
              </a:buClr>
              <a:buSzPts val="1100"/>
              <a:buFont typeface="Arial"/>
              <a:buNone/>
            </a:pPr>
            <a:r>
              <a:rPr lang="en" sz="6600"/>
              <a:t>       </a:t>
            </a:r>
            <a:r>
              <a:rPr lang="en" sz="6600"/>
              <a:t>Basic-Fit</a:t>
            </a:r>
            <a:endParaRPr sz="6600"/>
          </a:p>
          <a:p>
            <a:pPr indent="0" lvl="0" marL="0" rtl="0" algn="ctr">
              <a:spcBef>
                <a:spcPts val="0"/>
              </a:spcBef>
              <a:spcAft>
                <a:spcPts val="0"/>
              </a:spcAft>
              <a:buNone/>
            </a:pPr>
            <a:r>
              <a:t/>
            </a:r>
            <a:endParaRPr sz="6600"/>
          </a:p>
        </p:txBody>
      </p:sp>
      <p:sp>
        <p:nvSpPr>
          <p:cNvPr id="836" name="Google Shape;836;p9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7" name="Google Shape;837;p98"/>
          <p:cNvSpPr txBox="1"/>
          <p:nvPr/>
        </p:nvSpPr>
        <p:spPr>
          <a:xfrm>
            <a:off x="1960725" y="2113275"/>
            <a:ext cx="4940700" cy="147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700">
                <a:solidFill>
                  <a:srgbClr val="FF0000"/>
                </a:solidFill>
                <a:latin typeface="IBM Plex Sans"/>
                <a:ea typeface="IBM Plex Sans"/>
                <a:cs typeface="IBM Plex Sans"/>
                <a:sym typeface="IBM Plex Sans"/>
              </a:rPr>
              <a:t>Subscription</a:t>
            </a:r>
            <a:endParaRPr sz="4700">
              <a:solidFill>
                <a:srgbClr val="FF0000"/>
              </a:solidFill>
              <a:latin typeface="IBM Plex Sans"/>
              <a:ea typeface="IBM Plex Sans"/>
              <a:cs typeface="IBM Plex Sans"/>
              <a:sym typeface="IBM Plex Sans"/>
            </a:endParaRPr>
          </a:p>
        </p:txBody>
      </p:sp>
      <p:sp>
        <p:nvSpPr>
          <p:cNvPr id="838" name="Google Shape;838;p98"/>
          <p:cNvSpPr txBox="1"/>
          <p:nvPr/>
        </p:nvSpPr>
        <p:spPr>
          <a:xfrm>
            <a:off x="7588425" y="2940475"/>
            <a:ext cx="1583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4" name="Google Shape;844;p99"/>
          <p:cNvSpPr txBox="1"/>
          <p:nvPr>
            <p:ph type="title"/>
          </p:nvPr>
        </p:nvSpPr>
        <p:spPr>
          <a:xfrm>
            <a:off x="19350" y="145525"/>
            <a:ext cx="9105300" cy="21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it gives us a sense of independence…</a:t>
            </a:r>
            <a:endParaRPr/>
          </a:p>
        </p:txBody>
      </p:sp>
      <p:sp>
        <p:nvSpPr>
          <p:cNvPr id="845" name="Google Shape;845;p99"/>
          <p:cNvSpPr txBox="1"/>
          <p:nvPr/>
        </p:nvSpPr>
        <p:spPr>
          <a:xfrm>
            <a:off x="19350" y="2752600"/>
            <a:ext cx="9105300" cy="23910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chemeClr val="dk1"/>
                </a:solidFill>
                <a:latin typeface="IBM Plex Sans"/>
                <a:ea typeface="IBM Plex Sans"/>
                <a:cs typeface="IBM Plex Sans"/>
                <a:sym typeface="IBM Plex Sans"/>
              </a:rPr>
              <a:t>Feeling Young…</a:t>
            </a:r>
            <a:endParaRPr sz="5000">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9" name="Shape 849"/>
        <p:cNvGrpSpPr/>
        <p:nvPr/>
      </p:nvGrpSpPr>
      <p:grpSpPr>
        <a:xfrm>
          <a:off x="0" y="0"/>
          <a:ext cx="0" cy="0"/>
          <a:chOff x="0" y="0"/>
          <a:chExt cx="0" cy="0"/>
        </a:xfrm>
      </p:grpSpPr>
      <p:sp>
        <p:nvSpPr>
          <p:cNvPr id="850" name="Google Shape;850;p10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1" name="Google Shape;851;p100"/>
          <p:cNvSpPr txBox="1"/>
          <p:nvPr>
            <p:ph type="title"/>
          </p:nvPr>
        </p:nvSpPr>
        <p:spPr>
          <a:xfrm>
            <a:off x="0" y="0"/>
            <a:ext cx="7023000" cy="5143500"/>
          </a:xfrm>
          <a:prstGeom prst="rect">
            <a:avLst/>
          </a:prstGeom>
          <a:solidFill>
            <a:schemeClr val="dk1"/>
          </a:solidFill>
        </p:spPr>
        <p:txBody>
          <a:bodyPr anchorCtr="0" anchor="t" bIns="91425" lIns="91425" spcFirstLastPara="1" rIns="91425" wrap="square" tIns="91425">
            <a:noAutofit/>
          </a:bodyPr>
          <a:lstStyle/>
          <a:p>
            <a:pPr indent="-463550" lvl="0" marL="457200" rtl="0" algn="l">
              <a:lnSpc>
                <a:spcPct val="150000"/>
              </a:lnSpc>
              <a:spcBef>
                <a:spcPts val="0"/>
              </a:spcBef>
              <a:spcAft>
                <a:spcPts val="0"/>
              </a:spcAft>
              <a:buSzPts val="3700"/>
              <a:buChar char="●"/>
            </a:pPr>
            <a:r>
              <a:rPr lang="en" sz="3700"/>
              <a:t>Forgetting </a:t>
            </a:r>
            <a:endParaRPr sz="3700"/>
          </a:p>
          <a:p>
            <a:pPr indent="-463550" lvl="0" marL="457200" rtl="0" algn="l">
              <a:lnSpc>
                <a:spcPct val="150000"/>
              </a:lnSpc>
              <a:spcBef>
                <a:spcPts val="0"/>
              </a:spcBef>
              <a:spcAft>
                <a:spcPts val="0"/>
              </a:spcAft>
              <a:buSzPts val="3700"/>
              <a:buChar char="●"/>
            </a:pPr>
            <a:r>
              <a:rPr lang="en" sz="3700"/>
              <a:t>Instantly sense </a:t>
            </a:r>
            <a:endParaRPr sz="3700"/>
          </a:p>
          <a:p>
            <a:pPr indent="-463550" lvl="0" marL="457200" rtl="0" algn="l">
              <a:lnSpc>
                <a:spcPct val="150000"/>
              </a:lnSpc>
              <a:spcBef>
                <a:spcPts val="0"/>
              </a:spcBef>
              <a:spcAft>
                <a:spcPts val="0"/>
              </a:spcAft>
              <a:buSzPts val="3700"/>
              <a:buChar char="●"/>
            </a:pPr>
            <a:r>
              <a:rPr lang="en" sz="3700"/>
              <a:t>Something very basic</a:t>
            </a:r>
            <a:endParaRPr sz="3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5" name="Shape 855"/>
        <p:cNvGrpSpPr/>
        <p:nvPr/>
      </p:nvGrpSpPr>
      <p:grpSpPr>
        <a:xfrm>
          <a:off x="0" y="0"/>
          <a:ext cx="0" cy="0"/>
          <a:chOff x="0" y="0"/>
          <a:chExt cx="0" cy="0"/>
        </a:xfrm>
      </p:grpSpPr>
      <p:sp>
        <p:nvSpPr>
          <p:cNvPr id="856" name="Google Shape;856;p10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7" name="Google Shape;857;p101"/>
          <p:cNvSpPr txBox="1"/>
          <p:nvPr>
            <p:ph type="title"/>
          </p:nvPr>
        </p:nvSpPr>
        <p:spPr>
          <a:xfrm>
            <a:off x="0" y="0"/>
            <a:ext cx="7023000" cy="5143500"/>
          </a:xfrm>
          <a:prstGeom prst="rect">
            <a:avLst/>
          </a:prstGeom>
          <a:solidFill>
            <a:schemeClr val="dk1"/>
          </a:solidFill>
        </p:spPr>
        <p:txBody>
          <a:bodyPr anchorCtr="0" anchor="t" bIns="91425" lIns="91425" spcFirstLastPara="1" rIns="91425" wrap="square" tIns="91425">
            <a:noAutofit/>
          </a:bodyPr>
          <a:lstStyle/>
          <a:p>
            <a:pPr indent="-463550" lvl="0" marL="457200" rtl="0" algn="l">
              <a:lnSpc>
                <a:spcPct val="150000"/>
              </a:lnSpc>
              <a:spcBef>
                <a:spcPts val="0"/>
              </a:spcBef>
              <a:spcAft>
                <a:spcPts val="0"/>
              </a:spcAft>
              <a:buSzPts val="3700"/>
              <a:buChar char="●"/>
            </a:pPr>
            <a:r>
              <a:rPr lang="en" sz="3700"/>
              <a:t>Forgetting </a:t>
            </a:r>
            <a:endParaRPr sz="3700"/>
          </a:p>
          <a:p>
            <a:pPr indent="-463550" lvl="0" marL="457200" rtl="0" algn="l">
              <a:lnSpc>
                <a:spcPct val="150000"/>
              </a:lnSpc>
              <a:spcBef>
                <a:spcPts val="0"/>
              </a:spcBef>
              <a:spcAft>
                <a:spcPts val="0"/>
              </a:spcAft>
              <a:buSzPts val="3700"/>
              <a:buChar char="●"/>
            </a:pPr>
            <a:r>
              <a:rPr lang="en" sz="3700"/>
              <a:t>Instantly sense </a:t>
            </a:r>
            <a:endParaRPr sz="3700"/>
          </a:p>
          <a:p>
            <a:pPr indent="-463550" lvl="0" marL="457200" rtl="0" algn="l">
              <a:lnSpc>
                <a:spcPct val="150000"/>
              </a:lnSpc>
              <a:spcBef>
                <a:spcPts val="0"/>
              </a:spcBef>
              <a:spcAft>
                <a:spcPts val="0"/>
              </a:spcAft>
              <a:buSzPts val="3700"/>
              <a:buChar char="●"/>
            </a:pPr>
            <a:r>
              <a:rPr lang="en" sz="3700"/>
              <a:t>Something very basic</a:t>
            </a:r>
            <a:endParaRPr sz="3700"/>
          </a:p>
        </p:txBody>
      </p:sp>
      <p:sp>
        <p:nvSpPr>
          <p:cNvPr id="858" name="Google Shape;858;p101"/>
          <p:cNvSpPr txBox="1"/>
          <p:nvPr/>
        </p:nvSpPr>
        <p:spPr>
          <a:xfrm>
            <a:off x="1306925" y="2837400"/>
            <a:ext cx="4881600" cy="216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lt1"/>
                </a:solidFill>
                <a:latin typeface="IBM Plex Sans"/>
                <a:ea typeface="IBM Plex Sans"/>
                <a:cs typeface="IBM Plex Sans"/>
                <a:sym typeface="IBM Plex Sans"/>
              </a:rPr>
              <a:t>   </a:t>
            </a:r>
            <a:endParaRPr sz="3500">
              <a:solidFill>
                <a:schemeClr val="lt1"/>
              </a:solidFill>
              <a:latin typeface="IBM Plex Sans"/>
              <a:ea typeface="IBM Plex Sans"/>
              <a:cs typeface="IBM Plex Sans"/>
              <a:sym typeface="IBM Plex Sans"/>
            </a:endParaRPr>
          </a:p>
          <a:p>
            <a:pPr indent="0" lvl="0" marL="0" rtl="0" algn="ctr">
              <a:spcBef>
                <a:spcPts val="0"/>
              </a:spcBef>
              <a:spcAft>
                <a:spcPts val="0"/>
              </a:spcAft>
              <a:buNone/>
            </a:pPr>
            <a:r>
              <a:t/>
            </a:r>
            <a:endParaRPr sz="3500">
              <a:solidFill>
                <a:schemeClr val="lt1"/>
              </a:solidFill>
              <a:latin typeface="IBM Plex Sans"/>
              <a:ea typeface="IBM Plex Sans"/>
              <a:cs typeface="IBM Plex Sans"/>
              <a:sym typeface="IBM Plex Sans"/>
            </a:endParaRPr>
          </a:p>
          <a:p>
            <a:pPr indent="0" lvl="0" marL="0" rtl="0" algn="ctr">
              <a:spcBef>
                <a:spcPts val="0"/>
              </a:spcBef>
              <a:spcAft>
                <a:spcPts val="0"/>
              </a:spcAft>
              <a:buNone/>
            </a:pPr>
            <a:r>
              <a:rPr lang="en" sz="3500">
                <a:solidFill>
                  <a:schemeClr val="lt1"/>
                </a:solidFill>
                <a:latin typeface="IBM Plex Sans"/>
                <a:ea typeface="IBM Plex Sans"/>
                <a:cs typeface="IBM Plex Sans"/>
                <a:sym typeface="IBM Plex Sans"/>
              </a:rPr>
              <a:t>Skin</a:t>
            </a:r>
            <a:endParaRPr sz="3500">
              <a:solidFill>
                <a:schemeClr val="lt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0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4" name="Google Shape;864;p102"/>
          <p:cNvSpPr txBox="1"/>
          <p:nvPr>
            <p:ph type="title"/>
          </p:nvPr>
        </p:nvSpPr>
        <p:spPr>
          <a:xfrm>
            <a:off x="254500" y="270175"/>
            <a:ext cx="1966200" cy="7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Tight </a:t>
            </a:r>
            <a:endParaRPr sz="3400"/>
          </a:p>
        </p:txBody>
      </p:sp>
      <p:sp>
        <p:nvSpPr>
          <p:cNvPr id="865" name="Google Shape;865;p102"/>
          <p:cNvSpPr txBox="1"/>
          <p:nvPr>
            <p:ph idx="2" type="title"/>
          </p:nvPr>
        </p:nvSpPr>
        <p:spPr>
          <a:xfrm>
            <a:off x="5597600" y="270175"/>
            <a:ext cx="3169800" cy="7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            Fresh</a:t>
            </a:r>
            <a:endParaRPr sz="3400"/>
          </a:p>
        </p:txBody>
      </p:sp>
      <p:sp>
        <p:nvSpPr>
          <p:cNvPr id="866" name="Google Shape;866;p102"/>
          <p:cNvSpPr txBox="1"/>
          <p:nvPr>
            <p:ph idx="3" type="title"/>
          </p:nvPr>
        </p:nvSpPr>
        <p:spPr>
          <a:xfrm>
            <a:off x="504050" y="1816950"/>
            <a:ext cx="7777200" cy="75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00"/>
              <a:t>F O R                                                   E V E R</a:t>
            </a:r>
            <a:endParaRPr sz="3400"/>
          </a:p>
        </p:txBody>
      </p:sp>
      <p:sp>
        <p:nvSpPr>
          <p:cNvPr id="867" name="Google Shape;867;p102"/>
          <p:cNvSpPr txBox="1"/>
          <p:nvPr>
            <p:ph idx="4294967295" type="title"/>
          </p:nvPr>
        </p:nvSpPr>
        <p:spPr>
          <a:xfrm>
            <a:off x="299000" y="3184800"/>
            <a:ext cx="8187300" cy="7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rPr>
              <a:t>Wrinkles               Sagging                     Spots</a:t>
            </a:r>
            <a:endParaRPr sz="3400">
              <a:solidFill>
                <a:schemeClr val="lt1"/>
              </a:solidFill>
            </a:endParaRPr>
          </a:p>
        </p:txBody>
      </p:sp>
      <p:cxnSp>
        <p:nvCxnSpPr>
          <p:cNvPr id="868" name="Google Shape;868;p102"/>
          <p:cNvCxnSpPr/>
          <p:nvPr/>
        </p:nvCxnSpPr>
        <p:spPr>
          <a:xfrm>
            <a:off x="344000" y="1003850"/>
            <a:ext cx="8097300" cy="0"/>
          </a:xfrm>
          <a:prstGeom prst="straightConnector1">
            <a:avLst/>
          </a:prstGeom>
          <a:noFill/>
          <a:ln cap="flat" cmpd="sng" w="19050">
            <a:solidFill>
              <a:schemeClr val="accent1"/>
            </a:solidFill>
            <a:prstDash val="solid"/>
            <a:round/>
            <a:headEnd len="med" w="med" type="none"/>
            <a:tailEnd len="med" w="med" type="none"/>
          </a:ln>
        </p:spPr>
      </p:cxnSp>
      <p:cxnSp>
        <p:nvCxnSpPr>
          <p:cNvPr id="869" name="Google Shape;869;p102"/>
          <p:cNvCxnSpPr/>
          <p:nvPr/>
        </p:nvCxnSpPr>
        <p:spPr>
          <a:xfrm>
            <a:off x="254500" y="3184792"/>
            <a:ext cx="8097300" cy="0"/>
          </a:xfrm>
          <a:prstGeom prst="straightConnector1">
            <a:avLst/>
          </a:prstGeom>
          <a:noFill/>
          <a:ln cap="flat" cmpd="sng" w="19050">
            <a:solidFill>
              <a:schemeClr val="accent1"/>
            </a:solidFill>
            <a:prstDash val="solid"/>
            <a:round/>
            <a:headEnd len="med" w="med" type="none"/>
            <a:tailEnd len="med" w="med" type="none"/>
          </a:ln>
        </p:spPr>
      </p:cxnSp>
      <p:sp>
        <p:nvSpPr>
          <p:cNvPr id="870" name="Google Shape;870;p102"/>
          <p:cNvSpPr txBox="1"/>
          <p:nvPr>
            <p:ph type="title"/>
          </p:nvPr>
        </p:nvSpPr>
        <p:spPr>
          <a:xfrm>
            <a:off x="2548750" y="270175"/>
            <a:ext cx="2644800" cy="7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         Smooth</a:t>
            </a:r>
            <a:endParaRPr sz="3400"/>
          </a:p>
        </p:txBody>
      </p:sp>
      <p:sp>
        <p:nvSpPr>
          <p:cNvPr id="871" name="Google Shape;871;p102"/>
          <p:cNvSpPr txBox="1"/>
          <p:nvPr/>
        </p:nvSpPr>
        <p:spPr>
          <a:xfrm>
            <a:off x="3895550" y="1729513"/>
            <a:ext cx="2160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chemeClr val="lt1"/>
                </a:solidFill>
                <a:latin typeface="IBM Plex Sans"/>
                <a:ea typeface="IBM Plex Sans"/>
                <a:cs typeface="IBM Plex Sans"/>
                <a:sym typeface="IBM Plex Sans"/>
              </a:rPr>
              <a:t>=</a:t>
            </a:r>
            <a:endParaRPr sz="4700">
              <a:solidFill>
                <a:schemeClr val="lt1"/>
              </a:solidFill>
              <a:latin typeface="IBM Plex Sans"/>
              <a:ea typeface="IBM Plex Sans"/>
              <a:cs typeface="IBM Plex Sans"/>
              <a:sym typeface="IBM Plex Sans"/>
            </a:endParaRPr>
          </a:p>
        </p:txBody>
      </p:sp>
      <p:sp>
        <p:nvSpPr>
          <p:cNvPr id="872" name="Google Shape;872;p102"/>
          <p:cNvSpPr txBox="1"/>
          <p:nvPr/>
        </p:nvSpPr>
        <p:spPr>
          <a:xfrm>
            <a:off x="4481550" y="3703800"/>
            <a:ext cx="588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p:txBody>
      </p:sp>
      <p:sp>
        <p:nvSpPr>
          <p:cNvPr id="873" name="Google Shape;873;p102"/>
          <p:cNvSpPr txBox="1"/>
          <p:nvPr/>
        </p:nvSpPr>
        <p:spPr>
          <a:xfrm>
            <a:off x="4003550" y="1816938"/>
            <a:ext cx="1644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IBM Plex Sans"/>
                <a:ea typeface="IBM Plex Sans"/>
                <a:cs typeface="IBM Plex Sans"/>
                <a:sym typeface="IBM Plex Sans"/>
              </a:rPr>
              <a:t>/</a:t>
            </a:r>
            <a:endParaRPr sz="3400">
              <a:solidFill>
                <a:schemeClr val="lt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0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9" name="Google Shape;879;p103"/>
          <p:cNvSpPr txBox="1"/>
          <p:nvPr>
            <p:ph idx="1" type="body"/>
          </p:nvPr>
        </p:nvSpPr>
        <p:spPr>
          <a:xfrm>
            <a:off x="577950" y="3149600"/>
            <a:ext cx="2235300" cy="10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AGE</a:t>
            </a:r>
            <a:endParaRPr sz="4000"/>
          </a:p>
          <a:p>
            <a:pPr indent="0" lvl="0" marL="0" rtl="0" algn="ctr">
              <a:spcBef>
                <a:spcPts val="0"/>
              </a:spcBef>
              <a:spcAft>
                <a:spcPts val="0"/>
              </a:spcAft>
              <a:buNone/>
            </a:pPr>
            <a:r>
              <a:t/>
            </a:r>
            <a:endParaRPr sz="4000"/>
          </a:p>
        </p:txBody>
      </p:sp>
      <p:sp>
        <p:nvSpPr>
          <p:cNvPr id="880" name="Google Shape;880;p103"/>
          <p:cNvSpPr txBox="1"/>
          <p:nvPr>
            <p:ph idx="5" type="body"/>
          </p:nvPr>
        </p:nvSpPr>
        <p:spPr>
          <a:xfrm>
            <a:off x="3454350" y="3149600"/>
            <a:ext cx="2235300" cy="10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Health </a:t>
            </a:r>
            <a:endParaRPr sz="3000"/>
          </a:p>
          <a:p>
            <a:pPr indent="0" lvl="0" marL="0" rtl="0" algn="ctr">
              <a:spcBef>
                <a:spcPts val="0"/>
              </a:spcBef>
              <a:spcAft>
                <a:spcPts val="0"/>
              </a:spcAft>
              <a:buNone/>
            </a:pPr>
            <a:r>
              <a:rPr lang="en" sz="3000"/>
              <a:t>&amp;</a:t>
            </a:r>
            <a:endParaRPr sz="3000"/>
          </a:p>
          <a:p>
            <a:pPr indent="0" lvl="0" marL="0" rtl="0" algn="ctr">
              <a:spcBef>
                <a:spcPts val="0"/>
              </a:spcBef>
              <a:spcAft>
                <a:spcPts val="0"/>
              </a:spcAft>
              <a:buNone/>
            </a:pPr>
            <a:r>
              <a:rPr lang="en" sz="3000"/>
              <a:t> energy</a:t>
            </a:r>
            <a:endParaRPr sz="3000"/>
          </a:p>
        </p:txBody>
      </p:sp>
      <p:sp>
        <p:nvSpPr>
          <p:cNvPr id="881" name="Google Shape;881;p103"/>
          <p:cNvSpPr txBox="1"/>
          <p:nvPr>
            <p:ph idx="6" type="body"/>
          </p:nvPr>
        </p:nvSpPr>
        <p:spPr>
          <a:xfrm>
            <a:off x="6330750" y="3149600"/>
            <a:ext cx="2235300" cy="10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First &amp; last layer</a:t>
            </a:r>
            <a:r>
              <a:rPr lang="en" sz="3000"/>
              <a:t> </a:t>
            </a:r>
            <a:endParaRPr sz="3000"/>
          </a:p>
          <a:p>
            <a:pPr indent="0" lvl="0" marL="0" rtl="0" algn="ctr">
              <a:spcBef>
                <a:spcPts val="0"/>
              </a:spcBef>
              <a:spcAft>
                <a:spcPts val="0"/>
              </a:spcAft>
              <a:buNone/>
            </a:pPr>
            <a:r>
              <a:rPr lang="en" sz="3000"/>
              <a:t>outfit</a:t>
            </a:r>
            <a:endParaRPr sz="3000"/>
          </a:p>
        </p:txBody>
      </p:sp>
      <p:sp>
        <p:nvSpPr>
          <p:cNvPr id="882" name="Google Shape;882;p103"/>
          <p:cNvSpPr txBox="1"/>
          <p:nvPr>
            <p:ph idx="13"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83" name="Google Shape;883;p103"/>
          <p:cNvCxnSpPr/>
          <p:nvPr/>
        </p:nvCxnSpPr>
        <p:spPr>
          <a:xfrm>
            <a:off x="3133800" y="479700"/>
            <a:ext cx="0" cy="4184100"/>
          </a:xfrm>
          <a:prstGeom prst="straightConnector1">
            <a:avLst/>
          </a:prstGeom>
          <a:noFill/>
          <a:ln cap="flat" cmpd="sng" w="19050">
            <a:solidFill>
              <a:schemeClr val="accent1"/>
            </a:solidFill>
            <a:prstDash val="solid"/>
            <a:round/>
            <a:headEnd len="med" w="med" type="none"/>
            <a:tailEnd len="med" w="med" type="none"/>
          </a:ln>
        </p:spPr>
      </p:cxnSp>
      <p:cxnSp>
        <p:nvCxnSpPr>
          <p:cNvPr id="884" name="Google Shape;884;p103"/>
          <p:cNvCxnSpPr/>
          <p:nvPr/>
        </p:nvCxnSpPr>
        <p:spPr>
          <a:xfrm>
            <a:off x="6010200" y="479700"/>
            <a:ext cx="0" cy="4184100"/>
          </a:xfrm>
          <a:prstGeom prst="straightConnector1">
            <a:avLst/>
          </a:prstGeom>
          <a:noFill/>
          <a:ln cap="flat" cmpd="sng" w="19050">
            <a:solidFill>
              <a:schemeClr val="accent1"/>
            </a:solidFill>
            <a:prstDash val="solid"/>
            <a:round/>
            <a:headEnd len="med" w="med" type="none"/>
            <a:tailEnd len="med" w="med" type="none"/>
          </a:ln>
        </p:spPr>
      </p:cxnSp>
      <p:pic>
        <p:nvPicPr>
          <p:cNvPr id="885" name="Google Shape;885;p103" title="170613-how-old-is-old.jpeg"/>
          <p:cNvPicPr preferRelativeResize="0"/>
          <p:nvPr/>
        </p:nvPicPr>
        <p:blipFill>
          <a:blip r:embed="rId3">
            <a:alphaModFix/>
          </a:blip>
          <a:stretch>
            <a:fillRect/>
          </a:stretch>
        </p:blipFill>
        <p:spPr>
          <a:xfrm>
            <a:off x="93675" y="680850"/>
            <a:ext cx="2929750" cy="1951947"/>
          </a:xfrm>
          <a:prstGeom prst="rect">
            <a:avLst/>
          </a:prstGeom>
          <a:noFill/>
          <a:ln>
            <a:noFill/>
          </a:ln>
        </p:spPr>
      </p:pic>
      <p:pic>
        <p:nvPicPr>
          <p:cNvPr id="886" name="Google Shape;886;p103" title="171114-laneige_02_112y_1.jpg"/>
          <p:cNvPicPr preferRelativeResize="0"/>
          <p:nvPr/>
        </p:nvPicPr>
        <p:blipFill>
          <a:blip r:embed="rId4">
            <a:alphaModFix/>
          </a:blip>
          <a:stretch>
            <a:fillRect/>
          </a:stretch>
        </p:blipFill>
        <p:spPr>
          <a:xfrm>
            <a:off x="3258525" y="680850"/>
            <a:ext cx="2626950" cy="1951950"/>
          </a:xfrm>
          <a:prstGeom prst="rect">
            <a:avLst/>
          </a:prstGeom>
          <a:noFill/>
          <a:ln>
            <a:noFill/>
          </a:ln>
        </p:spPr>
      </p:pic>
      <p:pic>
        <p:nvPicPr>
          <p:cNvPr id="887" name="Google Shape;887;p103" title="24604-eczema-on-face.jpg"/>
          <p:cNvPicPr preferRelativeResize="0"/>
          <p:nvPr/>
        </p:nvPicPr>
        <p:blipFill>
          <a:blip r:embed="rId5">
            <a:alphaModFix/>
          </a:blip>
          <a:stretch>
            <a:fillRect/>
          </a:stretch>
        </p:blipFill>
        <p:spPr>
          <a:xfrm>
            <a:off x="6120575" y="680850"/>
            <a:ext cx="2929750" cy="1951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0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chemeClr val="accent1"/>
                </a:solidFill>
              </a:rPr>
              <a:t>‹#›</a:t>
            </a:fld>
            <a:endParaRPr sz="1000">
              <a:solidFill>
                <a:schemeClr val="accent1"/>
              </a:solidFill>
            </a:endParaRPr>
          </a:p>
        </p:txBody>
      </p:sp>
      <p:sp>
        <p:nvSpPr>
          <p:cNvPr id="893" name="Google Shape;893;p104"/>
          <p:cNvSpPr txBox="1"/>
          <p:nvPr>
            <p:ph idx="1" type="subTitle"/>
          </p:nvPr>
        </p:nvSpPr>
        <p:spPr>
          <a:xfrm>
            <a:off x="3369600" y="863700"/>
            <a:ext cx="2336700" cy="2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Skin types</a:t>
            </a:r>
            <a:endParaRPr/>
          </a:p>
        </p:txBody>
      </p:sp>
      <p:sp>
        <p:nvSpPr>
          <p:cNvPr id="894" name="Google Shape;894;p104"/>
          <p:cNvSpPr txBox="1"/>
          <p:nvPr>
            <p:ph idx="2" type="subTitle"/>
          </p:nvPr>
        </p:nvSpPr>
        <p:spPr>
          <a:xfrm>
            <a:off x="6243900" y="863700"/>
            <a:ext cx="2336700" cy="2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problems</a:t>
            </a:r>
            <a:endParaRPr/>
          </a:p>
        </p:txBody>
      </p:sp>
      <p:sp>
        <p:nvSpPr>
          <p:cNvPr id="895" name="Google Shape;895;p104"/>
          <p:cNvSpPr txBox="1"/>
          <p:nvPr>
            <p:ph idx="4" type="subTitle"/>
          </p:nvPr>
        </p:nvSpPr>
        <p:spPr>
          <a:xfrm>
            <a:off x="6243900" y="2286100"/>
            <a:ext cx="2336700" cy="2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a:t>
            </a:r>
            <a:endParaRPr/>
          </a:p>
        </p:txBody>
      </p:sp>
      <p:sp>
        <p:nvSpPr>
          <p:cNvPr id="896" name="Google Shape;896;p104"/>
          <p:cNvSpPr txBox="1"/>
          <p:nvPr>
            <p:ph idx="5" type="subTitle"/>
          </p:nvPr>
        </p:nvSpPr>
        <p:spPr>
          <a:xfrm>
            <a:off x="3361375" y="336300"/>
            <a:ext cx="5195400" cy="5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How to protect?</a:t>
            </a:r>
            <a:endParaRPr sz="2200"/>
          </a:p>
        </p:txBody>
      </p:sp>
      <p:sp>
        <p:nvSpPr>
          <p:cNvPr id="897" name="Google Shape;897;p104"/>
          <p:cNvSpPr txBox="1"/>
          <p:nvPr>
            <p:ph idx="6" type="body"/>
          </p:nvPr>
        </p:nvSpPr>
        <p:spPr>
          <a:xfrm>
            <a:off x="6243900" y="1231850"/>
            <a:ext cx="2491500" cy="9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should I buy?</a:t>
            </a:r>
            <a:endParaRPr/>
          </a:p>
        </p:txBody>
      </p:sp>
      <p:sp>
        <p:nvSpPr>
          <p:cNvPr id="898" name="Google Shape;898;p104"/>
          <p:cNvSpPr txBox="1"/>
          <p:nvPr>
            <p:ph idx="8" type="subTitle"/>
          </p:nvPr>
        </p:nvSpPr>
        <p:spPr>
          <a:xfrm>
            <a:off x="3362975" y="2197250"/>
            <a:ext cx="2336700" cy="27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a:t>
            </a:r>
            <a:endParaRPr/>
          </a:p>
        </p:txBody>
      </p:sp>
      <p:sp>
        <p:nvSpPr>
          <p:cNvPr id="899" name="Google Shape;899;p104"/>
          <p:cNvSpPr txBox="1"/>
          <p:nvPr>
            <p:ph idx="9" type="body"/>
          </p:nvPr>
        </p:nvSpPr>
        <p:spPr>
          <a:xfrm>
            <a:off x="3378375" y="2489250"/>
            <a:ext cx="2491500" cy="8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Dior </a:t>
            </a:r>
            <a:endParaRPr/>
          </a:p>
          <a:p>
            <a:pPr indent="0" lvl="0" marL="0" rtl="0" algn="l">
              <a:spcBef>
                <a:spcPts val="0"/>
              </a:spcBef>
              <a:spcAft>
                <a:spcPts val="0"/>
              </a:spcAft>
              <a:buNone/>
            </a:pPr>
            <a:r>
              <a:rPr lang="en"/>
              <a:t>                         Ordinary </a:t>
            </a:r>
            <a:endParaRPr/>
          </a:p>
          <a:p>
            <a:pPr indent="0" lvl="0" marL="0" rtl="0" algn="l">
              <a:spcBef>
                <a:spcPts val="0"/>
              </a:spcBef>
              <a:spcAft>
                <a:spcPts val="0"/>
              </a:spcAft>
              <a:buNone/>
            </a:pPr>
            <a:r>
              <a:rPr lang="en"/>
              <a:t>                                          Nivea </a:t>
            </a:r>
            <a:endParaRPr/>
          </a:p>
          <a:p>
            <a:pPr indent="0" lvl="0" marL="0" rtl="0" algn="l">
              <a:spcBef>
                <a:spcPts val="0"/>
              </a:spcBef>
              <a:spcAft>
                <a:spcPts val="0"/>
              </a:spcAft>
              <a:buNone/>
            </a:pPr>
            <a:r>
              <a:rPr lang="en"/>
              <a:t>                                                     Fresh </a:t>
            </a:r>
            <a:endParaRPr/>
          </a:p>
        </p:txBody>
      </p:sp>
      <p:pic>
        <p:nvPicPr>
          <p:cNvPr id="900" name="Google Shape;900;p104" title="pexels-ron-lach-8142196.jpg"/>
          <p:cNvPicPr preferRelativeResize="0"/>
          <p:nvPr>
            <p:ph idx="14" type="pic"/>
          </p:nvPr>
        </p:nvPicPr>
        <p:blipFill rotWithShape="1">
          <a:blip r:embed="rId3">
            <a:alphaModFix/>
          </a:blip>
          <a:srcRect b="0" l="10342" r="10342" t="0"/>
          <a:stretch/>
        </p:blipFill>
        <p:spPr>
          <a:xfrm>
            <a:off x="511350" y="301500"/>
            <a:ext cx="2400300" cy="4540500"/>
          </a:xfrm>
          <a:prstGeom prst="roundRect">
            <a:avLst>
              <a:gd fmla="val 16667" name="adj"/>
            </a:avLst>
          </a:prstGeom>
        </p:spPr>
      </p:pic>
      <p:cxnSp>
        <p:nvCxnSpPr>
          <p:cNvPr id="901" name="Google Shape;901;p104"/>
          <p:cNvCxnSpPr/>
          <p:nvPr/>
        </p:nvCxnSpPr>
        <p:spPr>
          <a:xfrm>
            <a:off x="3462400" y="1206500"/>
            <a:ext cx="2336700" cy="0"/>
          </a:xfrm>
          <a:prstGeom prst="straightConnector1">
            <a:avLst/>
          </a:prstGeom>
          <a:noFill/>
          <a:ln cap="flat" cmpd="sng" w="19050">
            <a:solidFill>
              <a:schemeClr val="accent1"/>
            </a:solidFill>
            <a:prstDash val="solid"/>
            <a:round/>
            <a:headEnd len="med" w="med" type="none"/>
            <a:tailEnd len="med" w="med" type="none"/>
          </a:ln>
        </p:spPr>
      </p:cxnSp>
      <p:cxnSp>
        <p:nvCxnSpPr>
          <p:cNvPr id="902" name="Google Shape;902;p104"/>
          <p:cNvCxnSpPr/>
          <p:nvPr/>
        </p:nvCxnSpPr>
        <p:spPr>
          <a:xfrm>
            <a:off x="6321200" y="1206500"/>
            <a:ext cx="2336700" cy="0"/>
          </a:xfrm>
          <a:prstGeom prst="straightConnector1">
            <a:avLst/>
          </a:prstGeom>
          <a:noFill/>
          <a:ln cap="flat" cmpd="sng" w="19050">
            <a:solidFill>
              <a:schemeClr val="accent1"/>
            </a:solidFill>
            <a:prstDash val="solid"/>
            <a:round/>
            <a:headEnd len="med" w="med" type="none"/>
            <a:tailEnd len="med" w="med" type="none"/>
          </a:ln>
        </p:spPr>
      </p:cxnSp>
      <p:cxnSp>
        <p:nvCxnSpPr>
          <p:cNvPr id="903" name="Google Shape;903;p104"/>
          <p:cNvCxnSpPr/>
          <p:nvPr/>
        </p:nvCxnSpPr>
        <p:spPr>
          <a:xfrm>
            <a:off x="6321200" y="2641600"/>
            <a:ext cx="2336700" cy="0"/>
          </a:xfrm>
          <a:prstGeom prst="straightConnector1">
            <a:avLst/>
          </a:prstGeom>
          <a:noFill/>
          <a:ln cap="flat" cmpd="sng" w="19050">
            <a:solidFill>
              <a:schemeClr val="accent1"/>
            </a:solidFill>
            <a:prstDash val="solid"/>
            <a:round/>
            <a:headEnd len="med" w="med" type="none"/>
            <a:tailEnd len="med" w="med" type="none"/>
          </a:ln>
        </p:spPr>
      </p:cxnSp>
      <p:cxnSp>
        <p:nvCxnSpPr>
          <p:cNvPr id="904" name="Google Shape;904;p104"/>
          <p:cNvCxnSpPr/>
          <p:nvPr/>
        </p:nvCxnSpPr>
        <p:spPr>
          <a:xfrm>
            <a:off x="3455775" y="2527500"/>
            <a:ext cx="2336700" cy="0"/>
          </a:xfrm>
          <a:prstGeom prst="straightConnector1">
            <a:avLst/>
          </a:prstGeom>
          <a:noFill/>
          <a:ln cap="flat" cmpd="sng" w="19050">
            <a:solidFill>
              <a:schemeClr val="accent1"/>
            </a:solidFill>
            <a:prstDash val="solid"/>
            <a:round/>
            <a:headEnd len="med" w="med" type="none"/>
            <a:tailEnd len="med" w="med" type="none"/>
          </a:ln>
        </p:spPr>
      </p:cxnSp>
      <p:sp>
        <p:nvSpPr>
          <p:cNvPr id="905" name="Google Shape;905;p104"/>
          <p:cNvSpPr txBox="1"/>
          <p:nvPr/>
        </p:nvSpPr>
        <p:spPr>
          <a:xfrm>
            <a:off x="3525300" y="1437350"/>
            <a:ext cx="2244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Normal   Dry    Oily     Diseased</a:t>
            </a:r>
            <a:endParaRPr sz="1200">
              <a:solidFill>
                <a:schemeClr val="dk1"/>
              </a:solidFill>
              <a:latin typeface="IBM Plex Sans"/>
              <a:ea typeface="IBM Plex Sans"/>
              <a:cs typeface="IBM Plex Sans"/>
              <a:sym typeface="IBM Plex Sans"/>
            </a:endParaRPr>
          </a:p>
        </p:txBody>
      </p:sp>
      <p:sp>
        <p:nvSpPr>
          <p:cNvPr id="906" name="Google Shape;906;p104"/>
          <p:cNvSpPr txBox="1"/>
          <p:nvPr/>
        </p:nvSpPr>
        <p:spPr>
          <a:xfrm>
            <a:off x="3361375" y="2842850"/>
            <a:ext cx="1726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IBM Plex Sans"/>
                <a:ea typeface="IBM Plex Sans"/>
                <a:cs typeface="IBM Plex Sans"/>
                <a:sym typeface="IBM Plex Sans"/>
              </a:rPr>
              <a:t>HMN   Clinique</a:t>
            </a:r>
            <a:endParaRPr sz="1200">
              <a:solidFill>
                <a:schemeClr val="accent1"/>
              </a:solidFill>
              <a:latin typeface="IBM Plex Sans"/>
              <a:ea typeface="IBM Plex Sans"/>
              <a:cs typeface="IBM Plex Sans"/>
              <a:sym typeface="IBM Plex Sans"/>
            </a:endParaRPr>
          </a:p>
        </p:txBody>
      </p:sp>
      <p:sp>
        <p:nvSpPr>
          <p:cNvPr id="907" name="Google Shape;907;p104"/>
          <p:cNvSpPr txBox="1"/>
          <p:nvPr/>
        </p:nvSpPr>
        <p:spPr>
          <a:xfrm>
            <a:off x="4453000" y="3069650"/>
            <a:ext cx="471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p:txBody>
      </p:sp>
      <p:sp>
        <p:nvSpPr>
          <p:cNvPr id="908" name="Google Shape;908;p104"/>
          <p:cNvSpPr txBox="1"/>
          <p:nvPr/>
        </p:nvSpPr>
        <p:spPr>
          <a:xfrm>
            <a:off x="7189150" y="3586350"/>
            <a:ext cx="1982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p:txBody>
      </p:sp>
      <p:sp>
        <p:nvSpPr>
          <p:cNvPr id="909" name="Google Shape;909;p104"/>
          <p:cNvSpPr txBox="1"/>
          <p:nvPr/>
        </p:nvSpPr>
        <p:spPr>
          <a:xfrm>
            <a:off x="6414100" y="2787825"/>
            <a:ext cx="2244600" cy="184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With just a photo, the app scans your skin and tells you your skin type. Based on that, it recommends the right kind of products specifically for you</a:t>
            </a:r>
            <a:endParaRPr sz="1200">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0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accent1"/>
                </a:solidFill>
              </a:rPr>
              <a:t>‹#›</a:t>
            </a:fld>
            <a:endParaRPr>
              <a:solidFill>
                <a:schemeClr val="accent1"/>
              </a:solidFill>
            </a:endParaRPr>
          </a:p>
        </p:txBody>
      </p:sp>
      <p:sp>
        <p:nvSpPr>
          <p:cNvPr id="915" name="Google Shape;915;p105"/>
          <p:cNvSpPr txBox="1"/>
          <p:nvPr>
            <p:ph type="title"/>
          </p:nvPr>
        </p:nvSpPr>
        <p:spPr>
          <a:xfrm>
            <a:off x="254000" y="270175"/>
            <a:ext cx="8545200" cy="10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a:t>
            </a:r>
            <a:endParaRPr/>
          </a:p>
        </p:txBody>
      </p:sp>
      <p:sp>
        <p:nvSpPr>
          <p:cNvPr id="916" name="Google Shape;916;p105"/>
          <p:cNvSpPr/>
          <p:nvPr/>
        </p:nvSpPr>
        <p:spPr>
          <a:xfrm>
            <a:off x="344000" y="1301300"/>
            <a:ext cx="3211200" cy="4002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IBM Plex Sans SemiBold"/>
                <a:ea typeface="IBM Plex Sans SemiBold"/>
                <a:cs typeface="IBM Plex Sans SemiBold"/>
                <a:sym typeface="IBM Plex Sans SemiBold"/>
              </a:rPr>
              <a:t>VGG16</a:t>
            </a:r>
            <a:endParaRPr>
              <a:solidFill>
                <a:schemeClr val="dk1"/>
              </a:solidFill>
              <a:latin typeface="IBM Plex Sans SemiBold"/>
              <a:ea typeface="IBM Plex Sans SemiBold"/>
              <a:cs typeface="IBM Plex Sans SemiBold"/>
              <a:sym typeface="IBM Plex Sans SemiBold"/>
            </a:endParaRPr>
          </a:p>
        </p:txBody>
      </p:sp>
      <p:sp>
        <p:nvSpPr>
          <p:cNvPr id="917" name="Google Shape;917;p105"/>
          <p:cNvSpPr txBox="1"/>
          <p:nvPr>
            <p:ph idx="1" type="subTitle"/>
          </p:nvPr>
        </p:nvSpPr>
        <p:spPr>
          <a:xfrm>
            <a:off x="254000" y="1948775"/>
            <a:ext cx="3572400" cy="4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JPG</a:t>
            </a:r>
            <a:endParaRPr/>
          </a:p>
        </p:txBody>
      </p:sp>
      <p:sp>
        <p:nvSpPr>
          <p:cNvPr id="918" name="Google Shape;918;p105"/>
          <p:cNvSpPr txBox="1"/>
          <p:nvPr>
            <p:ph idx="3" type="subTitle"/>
          </p:nvPr>
        </p:nvSpPr>
        <p:spPr>
          <a:xfrm>
            <a:off x="254000" y="2866325"/>
            <a:ext cx="3572400" cy="4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Blurry</a:t>
            </a:r>
            <a:endParaRPr/>
          </a:p>
        </p:txBody>
      </p:sp>
      <p:sp>
        <p:nvSpPr>
          <p:cNvPr id="919" name="Google Shape;919;p105"/>
          <p:cNvSpPr txBox="1"/>
          <p:nvPr>
            <p:ph idx="4" type="subTitle"/>
          </p:nvPr>
        </p:nvSpPr>
        <p:spPr>
          <a:xfrm>
            <a:off x="254000" y="3783875"/>
            <a:ext cx="3572400" cy="4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·Duplicate</a:t>
            </a:r>
            <a:endParaRPr/>
          </a:p>
        </p:txBody>
      </p:sp>
      <p:pic>
        <p:nvPicPr>
          <p:cNvPr id="920" name="Google Shape;920;p105" title="Sharp.png"/>
          <p:cNvPicPr preferRelativeResize="0"/>
          <p:nvPr/>
        </p:nvPicPr>
        <p:blipFill>
          <a:blip r:embed="rId3">
            <a:alphaModFix/>
          </a:blip>
          <a:stretch>
            <a:fillRect/>
          </a:stretch>
        </p:blipFill>
        <p:spPr>
          <a:xfrm>
            <a:off x="1998675" y="1301300"/>
            <a:ext cx="3290700" cy="3842149"/>
          </a:xfrm>
          <a:prstGeom prst="rect">
            <a:avLst/>
          </a:prstGeom>
          <a:noFill/>
          <a:ln>
            <a:noFill/>
          </a:ln>
        </p:spPr>
      </p:pic>
      <p:pic>
        <p:nvPicPr>
          <p:cNvPr id="921" name="Google Shape;921;p105" title="Screenshot 2025-04-11 004032.png"/>
          <p:cNvPicPr preferRelativeResize="0"/>
          <p:nvPr/>
        </p:nvPicPr>
        <p:blipFill>
          <a:blip r:embed="rId4">
            <a:alphaModFix/>
          </a:blip>
          <a:stretch>
            <a:fillRect/>
          </a:stretch>
        </p:blipFill>
        <p:spPr>
          <a:xfrm>
            <a:off x="5289375" y="0"/>
            <a:ext cx="3816100" cy="2646925"/>
          </a:xfrm>
          <a:prstGeom prst="rect">
            <a:avLst/>
          </a:prstGeom>
          <a:noFill/>
          <a:ln>
            <a:noFill/>
          </a:ln>
        </p:spPr>
      </p:pic>
      <p:pic>
        <p:nvPicPr>
          <p:cNvPr id="922" name="Google Shape;922;p105" title="Screenshot 2025-04-11 004153.png"/>
          <p:cNvPicPr preferRelativeResize="0"/>
          <p:nvPr/>
        </p:nvPicPr>
        <p:blipFill>
          <a:blip r:embed="rId5">
            <a:alphaModFix/>
          </a:blip>
          <a:stretch>
            <a:fillRect/>
          </a:stretch>
        </p:blipFill>
        <p:spPr>
          <a:xfrm>
            <a:off x="5289375" y="1948775"/>
            <a:ext cx="3752375" cy="3194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06"/>
          <p:cNvSpPr txBox="1"/>
          <p:nvPr>
            <p:ph type="title"/>
          </p:nvPr>
        </p:nvSpPr>
        <p:spPr>
          <a:xfrm>
            <a:off x="4876800" y="270175"/>
            <a:ext cx="4013100" cy="116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Headline Title Here</a:t>
            </a:r>
            <a:endParaRPr/>
          </a:p>
        </p:txBody>
      </p:sp>
      <p:sp>
        <p:nvSpPr>
          <p:cNvPr id="928" name="Google Shape;928;p106"/>
          <p:cNvSpPr txBox="1"/>
          <p:nvPr>
            <p:ph idx="1" type="body"/>
          </p:nvPr>
        </p:nvSpPr>
        <p:spPr>
          <a:xfrm>
            <a:off x="4876800" y="2024975"/>
            <a:ext cx="3720000" cy="19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Lorem ipsum dolor sit amet, consectetur adipiscing elit, sed do eiusmod tempor incididunt ut labore et dolore magna aliqua. Ut enim ad minim veniam.</a:t>
            </a:r>
            <a:endParaRPr/>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Clr>
                <a:schemeClr val="dk1"/>
              </a:buClr>
              <a:buSzPts val="1100"/>
              <a:buFont typeface="Arial"/>
              <a:buNone/>
            </a:pPr>
            <a:r>
              <a:rPr lang="en"/>
              <a:t>Lorem ipsum dolor sit amet, consectetur adipiscing elit, sed do eiusmod tempor incididunt. Lorem ipsum dolor sit amet, consectetur adipiscing elit, sed do eiusmod tempor incididunt ut labore et dolore magna aliqua. Ut enim ad minim veniam.</a:t>
            </a:r>
            <a:endParaRPr/>
          </a:p>
        </p:txBody>
      </p:sp>
      <p:sp>
        <p:nvSpPr>
          <p:cNvPr id="929" name="Google Shape;929;p10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30" name="Google Shape;930;p106" title="preprocess.png"/>
          <p:cNvPicPr preferRelativeResize="0"/>
          <p:nvPr/>
        </p:nvPicPr>
        <p:blipFill>
          <a:blip r:embed="rId3">
            <a:alphaModFix/>
          </a:blip>
          <a:stretch>
            <a:fillRect/>
          </a:stretch>
        </p:blipFill>
        <p:spPr>
          <a:xfrm>
            <a:off x="0" y="0"/>
            <a:ext cx="4068750" cy="4838705"/>
          </a:xfrm>
          <a:prstGeom prst="rect">
            <a:avLst/>
          </a:prstGeom>
          <a:noFill/>
          <a:ln>
            <a:noFill/>
          </a:ln>
        </p:spPr>
      </p:pic>
      <p:pic>
        <p:nvPicPr>
          <p:cNvPr id="931" name="Google Shape;931;p106" title="VGG16.png"/>
          <p:cNvPicPr preferRelativeResize="0"/>
          <p:nvPr/>
        </p:nvPicPr>
        <p:blipFill>
          <a:blip r:embed="rId4">
            <a:alphaModFix/>
          </a:blip>
          <a:stretch>
            <a:fillRect/>
          </a:stretch>
        </p:blipFill>
        <p:spPr>
          <a:xfrm>
            <a:off x="4068750" y="4775"/>
            <a:ext cx="5036726"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07"/>
          <p:cNvSpPr txBox="1"/>
          <p:nvPr>
            <p:ph idx="1" type="body"/>
          </p:nvPr>
        </p:nvSpPr>
        <p:spPr>
          <a:xfrm>
            <a:off x="168500" y="465775"/>
            <a:ext cx="3209100" cy="3660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700">
                <a:solidFill>
                  <a:schemeClr val="dk1"/>
                </a:solidFill>
              </a:rPr>
              <a:t>I used a learning rate of 0.00003, set accuracy as a metric, and used categorical crossentropy as the loss function since I had four classes. I also implemented early stopping to stop training if the model started performing well within the first few epochs.</a:t>
            </a:r>
            <a:endParaRPr sz="1700">
              <a:solidFill>
                <a:schemeClr val="dk1"/>
              </a:solidFill>
            </a:endParaRPr>
          </a:p>
          <a:p>
            <a:pPr indent="0" lvl="0" marL="0" rtl="0" algn="just">
              <a:spcBef>
                <a:spcPts val="0"/>
              </a:spcBef>
              <a:spcAft>
                <a:spcPts val="0"/>
              </a:spcAft>
              <a:buNone/>
            </a:pPr>
            <a:r>
              <a:t/>
            </a:r>
            <a:endParaRPr sz="1700">
              <a:solidFill>
                <a:schemeClr val="dk1"/>
              </a:solidFill>
            </a:endParaRPr>
          </a:p>
        </p:txBody>
      </p:sp>
      <p:sp>
        <p:nvSpPr>
          <p:cNvPr id="937" name="Google Shape;937;p10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38" name="Google Shape;938;p107" title="COMPILE.png"/>
          <p:cNvPicPr preferRelativeResize="0"/>
          <p:nvPr>
            <p:ph idx="4" type="pic"/>
          </p:nvPr>
        </p:nvPicPr>
        <p:blipFill rotWithShape="1">
          <a:blip r:embed="rId3">
            <a:alphaModFix/>
          </a:blip>
          <a:srcRect b="1929" l="7088" r="7096" t="-1930"/>
          <a:stretch/>
        </p:blipFill>
        <p:spPr>
          <a:xfrm>
            <a:off x="3539225" y="0"/>
            <a:ext cx="556625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0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44" name="Google Shape;944;p108" title="RESULT.png"/>
          <p:cNvPicPr preferRelativeResize="0"/>
          <p:nvPr>
            <p:ph idx="4" type="pic"/>
          </p:nvPr>
        </p:nvPicPr>
        <p:blipFill rotWithShape="1">
          <a:blip r:embed="rId3">
            <a:alphaModFix/>
          </a:blip>
          <a:srcRect b="-1370" l="0" r="3222" t="1370"/>
          <a:stretch/>
        </p:blipFill>
        <p:spPr>
          <a:xfrm>
            <a:off x="0" y="0"/>
            <a:ext cx="9143999" cy="51435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109"/>
          <p:cNvSpPr txBox="1"/>
          <p:nvPr/>
        </p:nvSpPr>
        <p:spPr>
          <a:xfrm>
            <a:off x="389850" y="392075"/>
            <a:ext cx="3526500" cy="8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Confusion Matrix </a:t>
            </a:r>
            <a:endParaRPr sz="1200">
              <a:solidFill>
                <a:schemeClr val="dk1"/>
              </a:solidFill>
              <a:latin typeface="IBM Plex Sans"/>
              <a:ea typeface="IBM Plex Sans"/>
              <a:cs typeface="IBM Plex Sans"/>
              <a:sym typeface="IBM Plex Sans"/>
            </a:endParaRPr>
          </a:p>
        </p:txBody>
      </p:sp>
      <p:pic>
        <p:nvPicPr>
          <p:cNvPr id="950" name="Google Shape;950;p109" title="Screenshot 2025-04-11 102921.png"/>
          <p:cNvPicPr preferRelativeResize="0"/>
          <p:nvPr/>
        </p:nvPicPr>
        <p:blipFill>
          <a:blip r:embed="rId3">
            <a:alphaModFix/>
          </a:blip>
          <a:stretch>
            <a:fillRect/>
          </a:stretch>
        </p:blipFill>
        <p:spPr>
          <a:xfrm>
            <a:off x="152400" y="1397375"/>
            <a:ext cx="3872900" cy="3151283"/>
          </a:xfrm>
          <a:prstGeom prst="rect">
            <a:avLst/>
          </a:prstGeom>
          <a:noFill/>
          <a:ln>
            <a:noFill/>
          </a:ln>
        </p:spPr>
      </p:pic>
      <p:pic>
        <p:nvPicPr>
          <p:cNvPr id="951" name="Google Shape;951;p109" title="Screenshot 2025-04-11 103055.png"/>
          <p:cNvPicPr preferRelativeResize="0"/>
          <p:nvPr/>
        </p:nvPicPr>
        <p:blipFill>
          <a:blip r:embed="rId4">
            <a:alphaModFix/>
          </a:blip>
          <a:stretch>
            <a:fillRect/>
          </a:stretch>
        </p:blipFill>
        <p:spPr>
          <a:xfrm>
            <a:off x="4510950" y="1397375"/>
            <a:ext cx="4095750" cy="2660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pic>
        <p:nvPicPr>
          <p:cNvPr id="956" name="Google Shape;956;p110" title="Screenshot 2025-04-11 010426.png"/>
          <p:cNvPicPr preferRelativeResize="0"/>
          <p:nvPr>
            <p:ph idx="2" type="pic"/>
          </p:nvPr>
        </p:nvPicPr>
        <p:blipFill rotWithShape="1">
          <a:blip r:embed="rId3">
            <a:alphaModFix/>
          </a:blip>
          <a:srcRect b="13363" l="0" r="0" t="13370"/>
          <a:stretch/>
        </p:blipFill>
        <p:spPr>
          <a:xfrm>
            <a:off x="330425" y="2312850"/>
            <a:ext cx="2011800" cy="2295000"/>
          </a:xfrm>
          <a:prstGeom prst="roundRect">
            <a:avLst>
              <a:gd fmla="val 16667" name="adj"/>
            </a:avLst>
          </a:prstGeom>
        </p:spPr>
      </p:pic>
      <p:pic>
        <p:nvPicPr>
          <p:cNvPr id="957" name="Google Shape;957;p110" title="Screenshot 2025-04-11 010451.png"/>
          <p:cNvPicPr preferRelativeResize="0"/>
          <p:nvPr>
            <p:ph idx="2" type="pic"/>
          </p:nvPr>
        </p:nvPicPr>
        <p:blipFill rotWithShape="1">
          <a:blip r:embed="rId4">
            <a:alphaModFix/>
          </a:blip>
          <a:srcRect b="13316" l="0" r="0" t="13316"/>
          <a:stretch/>
        </p:blipFill>
        <p:spPr>
          <a:xfrm>
            <a:off x="4597875" y="2312850"/>
            <a:ext cx="2011800" cy="2295000"/>
          </a:xfrm>
          <a:prstGeom prst="roundRect">
            <a:avLst>
              <a:gd fmla="val 16667" name="adj"/>
            </a:avLst>
          </a:prstGeom>
        </p:spPr>
      </p:pic>
      <p:sp>
        <p:nvSpPr>
          <p:cNvPr id="958" name="Google Shape;958;p110"/>
          <p:cNvSpPr txBox="1"/>
          <p:nvPr>
            <p:ph type="title"/>
          </p:nvPr>
        </p:nvSpPr>
        <p:spPr>
          <a:xfrm>
            <a:off x="0" y="0"/>
            <a:ext cx="8545200" cy="10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Explainable AI</a:t>
            </a:r>
            <a:endParaRPr/>
          </a:p>
        </p:txBody>
      </p:sp>
      <p:sp>
        <p:nvSpPr>
          <p:cNvPr id="959" name="Google Shape;959;p110"/>
          <p:cNvSpPr txBox="1"/>
          <p:nvPr>
            <p:ph idx="1" type="subTitle"/>
          </p:nvPr>
        </p:nvSpPr>
        <p:spPr>
          <a:xfrm>
            <a:off x="5873925" y="254250"/>
            <a:ext cx="2621400" cy="141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Open the Black Box</a:t>
            </a:r>
            <a:br>
              <a:rPr lang="en">
                <a:solidFill>
                  <a:schemeClr val="dk2"/>
                </a:solidFill>
              </a:rPr>
            </a:br>
            <a:br>
              <a:rPr lang="en">
                <a:solidFill>
                  <a:schemeClr val="dk2"/>
                </a:solidFill>
              </a:rPr>
            </a:br>
            <a:br>
              <a:rPr lang="en">
                <a:solidFill>
                  <a:schemeClr val="dk2"/>
                </a:solidFill>
              </a:rPr>
            </a:br>
            <a:r>
              <a:rPr lang="en" sz="1200">
                <a:solidFill>
                  <a:schemeClr val="dk2"/>
                </a:solidFill>
              </a:rPr>
              <a:t>What is happening inside</a:t>
            </a:r>
            <a:endParaRPr sz="1200">
              <a:solidFill>
                <a:schemeClr val="dk2"/>
              </a:solidFill>
            </a:endParaRPr>
          </a:p>
        </p:txBody>
      </p:sp>
      <p:sp>
        <p:nvSpPr>
          <p:cNvPr id="960" name="Google Shape;960;p1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1" name="Google Shape;961;p110"/>
          <p:cNvSpPr/>
          <p:nvPr/>
        </p:nvSpPr>
        <p:spPr>
          <a:xfrm>
            <a:off x="81250" y="1031100"/>
            <a:ext cx="2406300" cy="5352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1700"/>
              <a:t>Grad-CAM</a:t>
            </a:r>
            <a:endParaRPr sz="2000">
              <a:solidFill>
                <a:schemeClr val="dk1"/>
              </a:solidFill>
              <a:latin typeface="IBM Plex Sans SemiBold"/>
              <a:ea typeface="IBM Plex Sans SemiBold"/>
              <a:cs typeface="IBM Plex Sans SemiBold"/>
              <a:sym typeface="IBM Plex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11"/>
          <p:cNvSpPr txBox="1"/>
          <p:nvPr>
            <p:ph type="title"/>
          </p:nvPr>
        </p:nvSpPr>
        <p:spPr>
          <a:xfrm>
            <a:off x="145500" y="145525"/>
            <a:ext cx="8545200" cy="10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Think Aloud Study</a:t>
            </a:r>
            <a:endParaRPr sz="4300"/>
          </a:p>
        </p:txBody>
      </p:sp>
      <p:sp>
        <p:nvSpPr>
          <p:cNvPr id="967" name="Google Shape;967;p111"/>
          <p:cNvSpPr/>
          <p:nvPr/>
        </p:nvSpPr>
        <p:spPr>
          <a:xfrm>
            <a:off x="763700" y="1176637"/>
            <a:ext cx="1498800" cy="12576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IBM Plex Sans Medium"/>
                <a:ea typeface="IBM Plex Sans Medium"/>
                <a:cs typeface="IBM Plex Sans Medium"/>
                <a:sym typeface="IBM Plex Sans Medium"/>
              </a:rPr>
              <a:t>Designing</a:t>
            </a:r>
            <a:endParaRPr>
              <a:solidFill>
                <a:schemeClr val="dk1"/>
              </a:solidFill>
              <a:latin typeface="IBM Plex Sans Medium"/>
              <a:ea typeface="IBM Plex Sans Medium"/>
              <a:cs typeface="IBM Plex Sans Medium"/>
              <a:sym typeface="IBM Plex Sans Medium"/>
            </a:endParaRPr>
          </a:p>
        </p:txBody>
      </p:sp>
      <p:sp>
        <p:nvSpPr>
          <p:cNvPr id="968" name="Google Shape;968;p111"/>
          <p:cNvSpPr/>
          <p:nvPr/>
        </p:nvSpPr>
        <p:spPr>
          <a:xfrm>
            <a:off x="3351321" y="1176637"/>
            <a:ext cx="1498800" cy="12576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IBM Plex Sans Medium"/>
                <a:ea typeface="IBM Plex Sans Medium"/>
                <a:cs typeface="IBM Plex Sans Medium"/>
                <a:sym typeface="IBM Plex Sans Medium"/>
              </a:rPr>
              <a:t>Feedback</a:t>
            </a:r>
            <a:endParaRPr>
              <a:solidFill>
                <a:schemeClr val="dk1"/>
              </a:solidFill>
              <a:latin typeface="IBM Plex Sans Medium"/>
              <a:ea typeface="IBM Plex Sans Medium"/>
              <a:cs typeface="IBM Plex Sans Medium"/>
              <a:sym typeface="IBM Plex Sans Medium"/>
            </a:endParaRPr>
          </a:p>
        </p:txBody>
      </p:sp>
      <p:sp>
        <p:nvSpPr>
          <p:cNvPr id="969" name="Google Shape;969;p111"/>
          <p:cNvSpPr/>
          <p:nvPr/>
        </p:nvSpPr>
        <p:spPr>
          <a:xfrm>
            <a:off x="5797562" y="1176637"/>
            <a:ext cx="1498800" cy="12576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IBM Plex Sans Medium"/>
                <a:ea typeface="IBM Plex Sans Medium"/>
                <a:cs typeface="IBM Plex Sans Medium"/>
                <a:sym typeface="IBM Plex Sans Medium"/>
              </a:rPr>
              <a:t>Redesign it</a:t>
            </a:r>
            <a:endParaRPr>
              <a:solidFill>
                <a:schemeClr val="dk1"/>
              </a:solidFill>
              <a:latin typeface="IBM Plex Sans Medium"/>
              <a:ea typeface="IBM Plex Sans Medium"/>
              <a:cs typeface="IBM Plex Sans Medium"/>
              <a:sym typeface="IBM Plex Sans Medium"/>
            </a:endParaRPr>
          </a:p>
        </p:txBody>
      </p:sp>
      <p:sp>
        <p:nvSpPr>
          <p:cNvPr id="970" name="Google Shape;970;p111"/>
          <p:cNvSpPr/>
          <p:nvPr/>
        </p:nvSpPr>
        <p:spPr>
          <a:xfrm>
            <a:off x="2472397" y="1605368"/>
            <a:ext cx="400136" cy="400139"/>
          </a:xfrm>
          <a:custGeom>
            <a:rect b="b" l="l" r="r" t="t"/>
            <a:pathLst>
              <a:path extrusionOk="0" h="122648" w="122647">
                <a:moveTo>
                  <a:pt x="60973" y="1"/>
                </a:moveTo>
                <a:lnTo>
                  <a:pt x="54666" y="5607"/>
                </a:lnTo>
                <a:lnTo>
                  <a:pt x="105126" y="56768"/>
                </a:lnTo>
                <a:lnTo>
                  <a:pt x="1" y="56768"/>
                </a:lnTo>
                <a:lnTo>
                  <a:pt x="1" y="65178"/>
                </a:lnTo>
                <a:lnTo>
                  <a:pt x="105126" y="65178"/>
                </a:lnTo>
                <a:lnTo>
                  <a:pt x="54666" y="116339"/>
                </a:lnTo>
                <a:lnTo>
                  <a:pt x="60973" y="122647"/>
                </a:lnTo>
                <a:lnTo>
                  <a:pt x="122647" y="60973"/>
                </a:lnTo>
                <a:lnTo>
                  <a:pt x="609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11"/>
          <p:cNvSpPr/>
          <p:nvPr/>
        </p:nvSpPr>
        <p:spPr>
          <a:xfrm>
            <a:off x="5060047" y="1605368"/>
            <a:ext cx="400136" cy="400139"/>
          </a:xfrm>
          <a:custGeom>
            <a:rect b="b" l="l" r="r" t="t"/>
            <a:pathLst>
              <a:path extrusionOk="0" h="122648" w="122647">
                <a:moveTo>
                  <a:pt x="60973" y="1"/>
                </a:moveTo>
                <a:lnTo>
                  <a:pt x="54666" y="5607"/>
                </a:lnTo>
                <a:lnTo>
                  <a:pt x="105126" y="56768"/>
                </a:lnTo>
                <a:lnTo>
                  <a:pt x="1" y="56768"/>
                </a:lnTo>
                <a:lnTo>
                  <a:pt x="1" y="65178"/>
                </a:lnTo>
                <a:lnTo>
                  <a:pt x="105126" y="65178"/>
                </a:lnTo>
                <a:lnTo>
                  <a:pt x="54666" y="116339"/>
                </a:lnTo>
                <a:lnTo>
                  <a:pt x="60973" y="122647"/>
                </a:lnTo>
                <a:lnTo>
                  <a:pt x="122647" y="60973"/>
                </a:lnTo>
                <a:lnTo>
                  <a:pt x="609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2" name="Google Shape;972;p111" title="Screenshot 2025-04-11 011216.png"/>
          <p:cNvPicPr preferRelativeResize="0"/>
          <p:nvPr/>
        </p:nvPicPr>
        <p:blipFill>
          <a:blip r:embed="rId3">
            <a:alphaModFix/>
          </a:blip>
          <a:stretch>
            <a:fillRect/>
          </a:stretch>
        </p:blipFill>
        <p:spPr>
          <a:xfrm>
            <a:off x="481225" y="2571762"/>
            <a:ext cx="8401132" cy="24044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p112" title="Demo.mp4">
            <a:hlinkClick r:id="rId3"/>
          </p:cNvPr>
          <p:cNvPicPr preferRelativeResize="0"/>
          <p:nvPr/>
        </p:nvPicPr>
        <p:blipFill>
          <a:blip r:embed="rId4">
            <a:alphaModFix/>
          </a:blip>
          <a:stretch>
            <a:fillRect/>
          </a:stretch>
        </p:blipFill>
        <p:spPr>
          <a:xfrm>
            <a:off x="3695075" y="356338"/>
            <a:ext cx="3692500" cy="4430825"/>
          </a:xfrm>
          <a:prstGeom prst="rect">
            <a:avLst/>
          </a:prstGeom>
          <a:noFill/>
          <a:ln>
            <a:noFill/>
          </a:ln>
        </p:spPr>
      </p:pic>
      <p:sp>
        <p:nvSpPr>
          <p:cNvPr id="978" name="Google Shape;978;p112"/>
          <p:cNvSpPr txBox="1"/>
          <p:nvPr/>
        </p:nvSpPr>
        <p:spPr>
          <a:xfrm>
            <a:off x="436850" y="603600"/>
            <a:ext cx="3111900" cy="10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lt1"/>
                </a:solidFill>
                <a:latin typeface="IBM Plex Sans"/>
                <a:ea typeface="IBM Plex Sans"/>
                <a:cs typeface="IBM Plex Sans"/>
                <a:sym typeface="IBM Plex Sans"/>
              </a:rPr>
              <a:t>Final Demo</a:t>
            </a:r>
            <a:endParaRPr sz="2500">
              <a:solidFill>
                <a:schemeClr val="lt1"/>
              </a:solidFill>
              <a:latin typeface="IBM Plex Sans"/>
              <a:ea typeface="IBM Plex Sans"/>
              <a:cs typeface="IBM Plex Sans"/>
              <a:sym typeface="IBM Plex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1000"/>
                                        <p:tgtEl>
                                          <p:spTgt spid="9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Idea collection &amp; moodboards">
  <a:themeElements>
    <a:clrScheme name="Simple Light">
      <a:dk1>
        <a:srgbClr val="121212"/>
      </a:dk1>
      <a:lt1>
        <a:srgbClr val="FFFFFF"/>
      </a:lt1>
      <a:dk2>
        <a:srgbClr val="E7C5E7"/>
      </a:dk2>
      <a:lt2>
        <a:srgbClr val="29230C"/>
      </a:lt2>
      <a:accent1>
        <a:srgbClr val="EDF0DA"/>
      </a:accent1>
      <a:accent2>
        <a:srgbClr val="F0DFAD"/>
      </a:accent2>
      <a:accent3>
        <a:srgbClr val="C5E6A6"/>
      </a:accent3>
      <a:accent4>
        <a:srgbClr val="89937C"/>
      </a:accent4>
      <a:accent5>
        <a:srgbClr val="B9BEA5"/>
      </a:accent5>
      <a:accent6>
        <a:srgbClr val="EF6351"/>
      </a:accent6>
      <a:hlink>
        <a:srgbClr val="7D616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rketing Plan">
  <a:themeElements>
    <a:clrScheme name="Simple Light">
      <a:dk1>
        <a:srgbClr val="1D1D1D"/>
      </a:dk1>
      <a:lt1>
        <a:srgbClr val="FFFFFF"/>
      </a:lt1>
      <a:dk2>
        <a:srgbClr val="ECC015"/>
      </a:dk2>
      <a:lt2>
        <a:srgbClr val="B54125"/>
      </a:lt2>
      <a:accent1>
        <a:srgbClr val="6F6F6F"/>
      </a:accent1>
      <a:accent2>
        <a:srgbClr val="F3F3F3"/>
      </a:accent2>
      <a:accent3>
        <a:srgbClr val="1F2124"/>
      </a:accent3>
      <a:accent4>
        <a:srgbClr val="6AA84F"/>
      </a:accent4>
      <a:accent5>
        <a:srgbClr val="E69138"/>
      </a:accent5>
      <a:accent6>
        <a:srgbClr val="0B5394"/>
      </a:accent6>
      <a:hlink>
        <a:srgbClr val="B541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